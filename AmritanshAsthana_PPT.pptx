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2"/>
  </p:notesMasterIdLst>
  <p:sldIdLst>
    <p:sldId id="256" r:id="rId2"/>
    <p:sldId id="276" r:id="rId3"/>
    <p:sldId id="257" r:id="rId4"/>
    <p:sldId id="258" r:id="rId5"/>
    <p:sldId id="278" r:id="rId6"/>
    <p:sldId id="262" r:id="rId7"/>
    <p:sldId id="259" r:id="rId8"/>
    <p:sldId id="265" r:id="rId9"/>
    <p:sldId id="271" r:id="rId10"/>
    <p:sldId id="275" r:id="rId11"/>
  </p:sldIdLst>
  <p:sldSz cx="18288000" cy="10287000"/>
  <p:notesSz cx="6858000" cy="9144000"/>
  <p:embeddedFontLst>
    <p:embeddedFont>
      <p:font typeface="Anton" pitchFamily="2" charset="0"/>
      <p:regular r:id="rId13"/>
    </p:embeddedFont>
    <p:embeddedFont>
      <p:font typeface="Montserrat" panose="000005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2" d="100"/>
          <a:sy n="42" d="100"/>
        </p:scale>
        <p:origin x="996"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07F80167-30BE-BFED-94E1-F468289F90E2}"/>
            </a:ext>
          </a:extLst>
        </p:cNvPr>
        <p:cNvGrpSpPr/>
        <p:nvPr/>
      </p:nvGrpSpPr>
      <p:grpSpPr>
        <a:xfrm>
          <a:off x="0" y="0"/>
          <a:ext cx="0" cy="0"/>
          <a:chOff x="0" y="0"/>
          <a:chExt cx="0" cy="0"/>
        </a:xfrm>
      </p:grpSpPr>
      <p:sp>
        <p:nvSpPr>
          <p:cNvPr id="483" name="Google Shape;483;p10:notes">
            <a:extLst>
              <a:ext uri="{FF2B5EF4-FFF2-40B4-BE49-F238E27FC236}">
                <a16:creationId xmlns:a16="http://schemas.microsoft.com/office/drawing/2014/main" id="{8B81C354-5D2C-C122-B197-D0C57C371A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4" name="Google Shape;484;p10:notes">
            <a:extLst>
              <a:ext uri="{FF2B5EF4-FFF2-40B4-BE49-F238E27FC236}">
                <a16:creationId xmlns:a16="http://schemas.microsoft.com/office/drawing/2014/main" id="{D9AEA30E-E795-38F5-6561-68BEF6B7D7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253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a:extLst>
            <a:ext uri="{FF2B5EF4-FFF2-40B4-BE49-F238E27FC236}">
              <a16:creationId xmlns:a16="http://schemas.microsoft.com/office/drawing/2014/main" id="{613E7E67-C87C-4B11-913B-CC4611314706}"/>
            </a:ext>
          </a:extLst>
        </p:cNvPr>
        <p:cNvGrpSpPr/>
        <p:nvPr/>
      </p:nvGrpSpPr>
      <p:grpSpPr>
        <a:xfrm>
          <a:off x="0" y="0"/>
          <a:ext cx="0" cy="0"/>
          <a:chOff x="0" y="0"/>
          <a:chExt cx="0" cy="0"/>
        </a:xfrm>
      </p:grpSpPr>
      <p:sp>
        <p:nvSpPr>
          <p:cNvPr id="683" name="Google Shape;683;p17:notes">
            <a:extLst>
              <a:ext uri="{FF2B5EF4-FFF2-40B4-BE49-F238E27FC236}">
                <a16:creationId xmlns:a16="http://schemas.microsoft.com/office/drawing/2014/main" id="{37B7E230-A911-2B13-ECEC-33AB2AA8BE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4" name="Google Shape;684;p17:notes">
            <a:extLst>
              <a:ext uri="{FF2B5EF4-FFF2-40B4-BE49-F238E27FC236}">
                <a16:creationId xmlns:a16="http://schemas.microsoft.com/office/drawing/2014/main" id="{82DB16EC-12E9-9839-893D-E58E4861E2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138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4" name="Google Shape;48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9" name="Google Shape;66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2" name="Google Shape;75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
          <p:cNvSpPr txBox="1">
            <a:spLocks noGrp="1"/>
          </p:cNvSpPr>
          <p:nvPr>
            <p:ph type="subTitle" idx="1"/>
          </p:nvPr>
        </p:nvSpPr>
        <p:spPr>
          <a:xfrm>
            <a:off x="1525588" y="391505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SzPts val="3200"/>
              <a:buNone/>
              <a:defRPr/>
            </a:lvl1pPr>
            <a:lvl2pPr lvl="1" algn="ctr">
              <a:spcBef>
                <a:spcPts val="560"/>
              </a:spcBef>
              <a:spcAft>
                <a:spcPts val="0"/>
              </a:spcAft>
              <a:buSzPts val="2800"/>
              <a:buNone/>
              <a:defRPr/>
            </a:lvl2pPr>
            <a:lvl3pPr lvl="2" algn="ctr">
              <a:spcBef>
                <a:spcPts val="480"/>
              </a:spcBef>
              <a:spcAft>
                <a:spcPts val="0"/>
              </a:spcAft>
              <a:buSzPts val="2400"/>
              <a:buNone/>
              <a:defRPr/>
            </a:lvl3pPr>
            <a:lvl4pPr lvl="3" algn="ctr">
              <a:spcBef>
                <a:spcPts val="400"/>
              </a:spcBef>
              <a:spcAft>
                <a:spcPts val="0"/>
              </a:spcAft>
              <a:buSzPts val="2000"/>
              <a:buNone/>
              <a:defRPr/>
            </a:lvl4pPr>
            <a:lvl5pPr lvl="4" algn="ctr">
              <a:spcBef>
                <a:spcPts val="400"/>
              </a:spcBef>
              <a:spcAft>
                <a:spcPts val="0"/>
              </a:spcAft>
              <a:buSzPts val="2000"/>
              <a:buNone/>
              <a:defRPr/>
            </a:lvl5pPr>
            <a:lvl6pPr lvl="5" algn="ctr">
              <a:spcBef>
                <a:spcPts val="400"/>
              </a:spcBef>
              <a:spcAft>
                <a:spcPts val="0"/>
              </a:spcAft>
              <a:buSzPts val="2000"/>
              <a:buNone/>
              <a:defRPr/>
            </a:lvl6pPr>
            <a:lvl7pPr lvl="6" algn="ctr">
              <a:spcBef>
                <a:spcPts val="400"/>
              </a:spcBef>
              <a:spcAft>
                <a:spcPts val="0"/>
              </a:spcAft>
              <a:buSzPts val="2000"/>
              <a:buNone/>
              <a:defRPr/>
            </a:lvl7pPr>
            <a:lvl8pPr lvl="7" algn="ctr">
              <a:spcBef>
                <a:spcPts val="400"/>
              </a:spcBef>
              <a:spcAft>
                <a:spcPts val="0"/>
              </a:spcAft>
              <a:buSzPts val="2000"/>
              <a:buNone/>
              <a:defRPr/>
            </a:lvl8pPr>
            <a:lvl9pPr lvl="8" algn="ctr">
              <a:spcBef>
                <a:spcPts val="400"/>
              </a:spcBef>
              <a:spcAft>
                <a:spcPts val="0"/>
              </a:spcAft>
              <a:buSzPts val="2000"/>
              <a:buNone/>
              <a:defRPr/>
            </a:lvl9pPr>
          </a:lstStyle>
          <a:p>
            <a:endParaRPr/>
          </a:p>
        </p:txBody>
      </p:sp>
      <p:grpSp>
        <p:nvGrpSpPr>
          <p:cNvPr id="11" name="Google Shape;11;p3"/>
          <p:cNvGrpSpPr/>
          <p:nvPr/>
        </p:nvGrpSpPr>
        <p:grpSpPr>
          <a:xfrm rot="2700000">
            <a:off x="9592809" y="-1577859"/>
            <a:ext cx="2847034" cy="3027860"/>
            <a:chOff x="0" y="-47625"/>
            <a:chExt cx="749835" cy="797460"/>
          </a:xfrm>
        </p:grpSpPr>
        <p:sp>
          <p:nvSpPr>
            <p:cNvPr id="12" name="Google Shape;12;p3"/>
            <p:cNvSpPr/>
            <p:nvPr/>
          </p:nvSpPr>
          <p:spPr>
            <a:xfrm>
              <a:off x="0" y="0"/>
              <a:ext cx="749835" cy="749835"/>
            </a:xfrm>
            <a:custGeom>
              <a:avLst/>
              <a:gdLst/>
              <a:ahLst/>
              <a:cxnLst/>
              <a:rect l="l" t="t" r="r" b="b"/>
              <a:pathLst>
                <a:path w="749835" h="749835" extrusionOk="0">
                  <a:moveTo>
                    <a:pt x="0" y="0"/>
                  </a:moveTo>
                  <a:lnTo>
                    <a:pt x="749835" y="0"/>
                  </a:lnTo>
                  <a:lnTo>
                    <a:pt x="749835" y="749835"/>
                  </a:lnTo>
                  <a:lnTo>
                    <a:pt x="0" y="749835"/>
                  </a:lnTo>
                  <a:close/>
                </a:path>
              </a:pathLst>
            </a:custGeom>
            <a:solidFill>
              <a:srgbClr val="5271FF"/>
            </a:solidFill>
            <a:ln>
              <a:noFill/>
            </a:ln>
          </p:spPr>
        </p:sp>
        <p:sp>
          <p:nvSpPr>
            <p:cNvPr id="13" name="Google Shape;13;p3"/>
            <p:cNvSpPr txBox="1"/>
            <p:nvPr/>
          </p:nvSpPr>
          <p:spPr>
            <a:xfrm>
              <a:off x="0" y="-47625"/>
              <a:ext cx="749700" cy="797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14;p3"/>
          <p:cNvGrpSpPr/>
          <p:nvPr/>
        </p:nvGrpSpPr>
        <p:grpSpPr>
          <a:xfrm rot="2700000">
            <a:off x="14142291" y="8771972"/>
            <a:ext cx="2847034" cy="3027860"/>
            <a:chOff x="0" y="-47625"/>
            <a:chExt cx="749835" cy="797460"/>
          </a:xfrm>
        </p:grpSpPr>
        <p:sp>
          <p:nvSpPr>
            <p:cNvPr id="15" name="Google Shape;15;p3"/>
            <p:cNvSpPr/>
            <p:nvPr/>
          </p:nvSpPr>
          <p:spPr>
            <a:xfrm>
              <a:off x="0" y="0"/>
              <a:ext cx="749835" cy="749835"/>
            </a:xfrm>
            <a:custGeom>
              <a:avLst/>
              <a:gdLst/>
              <a:ahLst/>
              <a:cxnLst/>
              <a:rect l="l" t="t" r="r" b="b"/>
              <a:pathLst>
                <a:path w="749835" h="749835" extrusionOk="0">
                  <a:moveTo>
                    <a:pt x="0" y="0"/>
                  </a:moveTo>
                  <a:lnTo>
                    <a:pt x="749835" y="0"/>
                  </a:lnTo>
                  <a:lnTo>
                    <a:pt x="749835" y="749835"/>
                  </a:lnTo>
                  <a:lnTo>
                    <a:pt x="0" y="749835"/>
                  </a:lnTo>
                  <a:close/>
                </a:path>
              </a:pathLst>
            </a:custGeom>
            <a:solidFill>
              <a:srgbClr val="5271FF"/>
            </a:solidFill>
            <a:ln>
              <a:noFill/>
            </a:ln>
          </p:spPr>
        </p:sp>
        <p:sp>
          <p:nvSpPr>
            <p:cNvPr id="16" name="Google Shape;16;p3"/>
            <p:cNvSpPr txBox="1"/>
            <p:nvPr/>
          </p:nvSpPr>
          <p:spPr>
            <a:xfrm>
              <a:off x="0" y="-47625"/>
              <a:ext cx="749700" cy="797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 name="Google Shape;17;p3"/>
          <p:cNvGrpSpPr/>
          <p:nvPr/>
        </p:nvGrpSpPr>
        <p:grpSpPr>
          <a:xfrm rot="2700000">
            <a:off x="12571564" y="9267339"/>
            <a:ext cx="2741727" cy="2922839"/>
            <a:chOff x="0" y="-47625"/>
            <a:chExt cx="722100" cy="769800"/>
          </a:xfrm>
        </p:grpSpPr>
        <p:sp>
          <p:nvSpPr>
            <p:cNvPr id="18" name="Google Shape;18;p3"/>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19" name="Google Shape;19;p3"/>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 name="Google Shape;20;p3"/>
          <p:cNvGrpSpPr/>
          <p:nvPr/>
        </p:nvGrpSpPr>
        <p:grpSpPr>
          <a:xfrm rot="2700000">
            <a:off x="18248918" y="-424955"/>
            <a:ext cx="5498479" cy="5679374"/>
            <a:chOff x="0" y="-47625"/>
            <a:chExt cx="1448157" cy="1495800"/>
          </a:xfrm>
        </p:grpSpPr>
        <p:sp>
          <p:nvSpPr>
            <p:cNvPr id="21" name="Google Shape;21;p3"/>
            <p:cNvSpPr/>
            <p:nvPr/>
          </p:nvSpPr>
          <p:spPr>
            <a:xfrm>
              <a:off x="0" y="0"/>
              <a:ext cx="1448157" cy="1448157"/>
            </a:xfrm>
            <a:custGeom>
              <a:avLst/>
              <a:gdLst/>
              <a:ahLst/>
              <a:cxnLst/>
              <a:rect l="l" t="t" r="r" b="b"/>
              <a:pathLst>
                <a:path w="1448157" h="1448157" extrusionOk="0">
                  <a:moveTo>
                    <a:pt x="0" y="0"/>
                  </a:moveTo>
                  <a:lnTo>
                    <a:pt x="1448157" y="0"/>
                  </a:lnTo>
                  <a:lnTo>
                    <a:pt x="1448157" y="1448157"/>
                  </a:lnTo>
                  <a:lnTo>
                    <a:pt x="0" y="1448157"/>
                  </a:lnTo>
                  <a:close/>
                </a:path>
              </a:pathLst>
            </a:custGeom>
            <a:solidFill>
              <a:srgbClr val="5271FF"/>
            </a:solidFill>
            <a:ln>
              <a:noFill/>
            </a:ln>
          </p:spPr>
        </p:sp>
        <p:sp>
          <p:nvSpPr>
            <p:cNvPr id="22" name="Google Shape;22;p3"/>
            <p:cNvSpPr txBox="1"/>
            <p:nvPr/>
          </p:nvSpPr>
          <p:spPr>
            <a:xfrm>
              <a:off x="0" y="-47625"/>
              <a:ext cx="1448100" cy="1495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 name="Google Shape;23;p3"/>
          <p:cNvGrpSpPr/>
          <p:nvPr/>
        </p:nvGrpSpPr>
        <p:grpSpPr>
          <a:xfrm>
            <a:off x="787475" y="532476"/>
            <a:ext cx="1570808" cy="812152"/>
            <a:chOff x="0" y="-241102"/>
            <a:chExt cx="2094411" cy="1082869"/>
          </a:xfrm>
        </p:grpSpPr>
        <p:grpSp>
          <p:nvGrpSpPr>
            <p:cNvPr id="24" name="Google Shape;24;p3"/>
            <p:cNvGrpSpPr/>
            <p:nvPr/>
          </p:nvGrpSpPr>
          <p:grpSpPr>
            <a:xfrm>
              <a:off x="0" y="-241102"/>
              <a:ext cx="841388" cy="1082869"/>
              <a:chOff x="0" y="-47625"/>
              <a:chExt cx="166200" cy="213900"/>
            </a:xfrm>
          </p:grpSpPr>
          <p:sp>
            <p:nvSpPr>
              <p:cNvPr id="25" name="Google Shape;25;p3"/>
              <p:cNvSpPr/>
              <p:nvPr/>
            </p:nvSpPr>
            <p:spPr>
              <a:xfrm>
                <a:off x="0" y="0"/>
                <a:ext cx="166135" cy="166135"/>
              </a:xfrm>
              <a:custGeom>
                <a:avLst/>
                <a:gdLst/>
                <a:ahLst/>
                <a:cxnLst/>
                <a:rect l="l" t="t" r="r" b="b"/>
                <a:pathLst>
                  <a:path w="166135" h="166135" extrusionOk="0">
                    <a:moveTo>
                      <a:pt x="0" y="0"/>
                    </a:moveTo>
                    <a:lnTo>
                      <a:pt x="166135" y="0"/>
                    </a:lnTo>
                    <a:lnTo>
                      <a:pt x="166135" y="166135"/>
                    </a:lnTo>
                    <a:lnTo>
                      <a:pt x="0" y="166135"/>
                    </a:lnTo>
                    <a:close/>
                  </a:path>
                </a:pathLst>
              </a:custGeom>
              <a:solidFill>
                <a:srgbClr val="5271FF"/>
              </a:solidFill>
              <a:ln>
                <a:noFill/>
              </a:ln>
            </p:spPr>
          </p:sp>
          <p:sp>
            <p:nvSpPr>
              <p:cNvPr id="26" name="Google Shape;26;p3"/>
              <p:cNvSpPr txBox="1"/>
              <p:nvPr/>
            </p:nvSpPr>
            <p:spPr>
              <a:xfrm>
                <a:off x="0" y="-47625"/>
                <a:ext cx="166200" cy="213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 name="Google Shape;27;p3"/>
            <p:cNvSpPr/>
            <p:nvPr/>
          </p:nvSpPr>
          <p:spPr>
            <a:xfrm>
              <a:off x="109769" y="80055"/>
              <a:ext cx="621522" cy="680950"/>
            </a:xfrm>
            <a:custGeom>
              <a:avLst/>
              <a:gdLst/>
              <a:ahLst/>
              <a:cxnLst/>
              <a:rect l="l" t="t" r="r" b="b"/>
              <a:pathLst>
                <a:path w="621522" h="680950" extrusionOk="0">
                  <a:moveTo>
                    <a:pt x="0" y="0"/>
                  </a:moveTo>
                  <a:lnTo>
                    <a:pt x="621522" y="0"/>
                  </a:lnTo>
                  <a:lnTo>
                    <a:pt x="621522" y="680950"/>
                  </a:lnTo>
                  <a:lnTo>
                    <a:pt x="0" y="680950"/>
                  </a:lnTo>
                  <a:lnTo>
                    <a:pt x="0" y="0"/>
                  </a:lnTo>
                  <a:close/>
                </a:path>
              </a:pathLst>
            </a:custGeom>
            <a:blipFill rotWithShape="1">
              <a:blip r:embed="rId2">
                <a:alphaModFix/>
              </a:blip>
              <a:stretch>
                <a:fillRect/>
              </a:stretch>
            </a:blipFill>
            <a:ln>
              <a:noFill/>
            </a:ln>
          </p:spPr>
        </p:sp>
        <p:sp>
          <p:nvSpPr>
            <p:cNvPr id="28" name="Google Shape;28;p3"/>
            <p:cNvSpPr txBox="1"/>
            <p:nvPr/>
          </p:nvSpPr>
          <p:spPr>
            <a:xfrm>
              <a:off x="1028211" y="103785"/>
              <a:ext cx="1066200" cy="62160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3029" b="0" i="0" u="none" strike="noStrike" cap="none">
                  <a:solidFill>
                    <a:srgbClr val="0F1A38"/>
                  </a:solidFill>
                  <a:latin typeface="Anton"/>
                  <a:ea typeface="Anton"/>
                  <a:cs typeface="Anton"/>
                  <a:sym typeface="Anton"/>
                </a:rPr>
                <a:t>LOGO</a:t>
              </a:r>
              <a:endParaRPr/>
            </a:p>
          </p:txBody>
        </p:sp>
      </p:grpSp>
      <p:sp>
        <p:nvSpPr>
          <p:cNvPr id="29" name="Google Shape;29;p3"/>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7200"/>
              <a:buFont typeface="Anton"/>
              <a:buNone/>
              <a:defRPr sz="7200" i="0" u="none" strike="noStrike" cap="none">
                <a:solidFill>
                  <a:schemeClr val="dk1"/>
                </a:solidFill>
                <a:latin typeface="Anton"/>
                <a:ea typeface="Anton"/>
                <a:cs typeface="Anton"/>
                <a:sym typeface="Anto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grpSp>
        <p:nvGrpSpPr>
          <p:cNvPr id="31" name="Google Shape;31;p4"/>
          <p:cNvGrpSpPr/>
          <p:nvPr/>
        </p:nvGrpSpPr>
        <p:grpSpPr>
          <a:xfrm rot="2700000">
            <a:off x="16189136" y="8709141"/>
            <a:ext cx="2847034" cy="3027860"/>
            <a:chOff x="0" y="-47625"/>
            <a:chExt cx="749835" cy="797460"/>
          </a:xfrm>
        </p:grpSpPr>
        <p:sp>
          <p:nvSpPr>
            <p:cNvPr id="32" name="Google Shape;32;p4"/>
            <p:cNvSpPr/>
            <p:nvPr/>
          </p:nvSpPr>
          <p:spPr>
            <a:xfrm>
              <a:off x="0" y="0"/>
              <a:ext cx="749835" cy="749835"/>
            </a:xfrm>
            <a:custGeom>
              <a:avLst/>
              <a:gdLst/>
              <a:ahLst/>
              <a:cxnLst/>
              <a:rect l="l" t="t" r="r" b="b"/>
              <a:pathLst>
                <a:path w="749835" h="749835" extrusionOk="0">
                  <a:moveTo>
                    <a:pt x="0" y="0"/>
                  </a:moveTo>
                  <a:lnTo>
                    <a:pt x="749835" y="0"/>
                  </a:lnTo>
                  <a:lnTo>
                    <a:pt x="749835" y="749835"/>
                  </a:lnTo>
                  <a:lnTo>
                    <a:pt x="0" y="749835"/>
                  </a:lnTo>
                  <a:close/>
                </a:path>
              </a:pathLst>
            </a:custGeom>
            <a:solidFill>
              <a:srgbClr val="5271FF"/>
            </a:solidFill>
            <a:ln>
              <a:noFill/>
            </a:ln>
          </p:spPr>
        </p:sp>
        <p:sp>
          <p:nvSpPr>
            <p:cNvPr id="33" name="Google Shape;33;p4"/>
            <p:cNvSpPr txBox="1"/>
            <p:nvPr/>
          </p:nvSpPr>
          <p:spPr>
            <a:xfrm>
              <a:off x="0" y="-47625"/>
              <a:ext cx="749700" cy="797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 name="Google Shape;34;p4"/>
          <p:cNvGrpSpPr/>
          <p:nvPr/>
        </p:nvGrpSpPr>
        <p:grpSpPr>
          <a:xfrm rot="2700000">
            <a:off x="-1799839" y="5720819"/>
            <a:ext cx="2847034" cy="3027860"/>
            <a:chOff x="0" y="-47625"/>
            <a:chExt cx="749835" cy="797460"/>
          </a:xfrm>
        </p:grpSpPr>
        <p:sp>
          <p:nvSpPr>
            <p:cNvPr id="35" name="Google Shape;35;p4"/>
            <p:cNvSpPr/>
            <p:nvPr/>
          </p:nvSpPr>
          <p:spPr>
            <a:xfrm>
              <a:off x="0" y="0"/>
              <a:ext cx="749835" cy="749835"/>
            </a:xfrm>
            <a:custGeom>
              <a:avLst/>
              <a:gdLst/>
              <a:ahLst/>
              <a:cxnLst/>
              <a:rect l="l" t="t" r="r" b="b"/>
              <a:pathLst>
                <a:path w="749835" h="749835" extrusionOk="0">
                  <a:moveTo>
                    <a:pt x="0" y="0"/>
                  </a:moveTo>
                  <a:lnTo>
                    <a:pt x="749835" y="0"/>
                  </a:lnTo>
                  <a:lnTo>
                    <a:pt x="749835" y="749835"/>
                  </a:lnTo>
                  <a:lnTo>
                    <a:pt x="0" y="749835"/>
                  </a:lnTo>
                  <a:close/>
                </a:path>
              </a:pathLst>
            </a:custGeom>
            <a:solidFill>
              <a:srgbClr val="5271FF"/>
            </a:solidFill>
            <a:ln>
              <a:noFill/>
            </a:ln>
          </p:spPr>
        </p:sp>
        <p:sp>
          <p:nvSpPr>
            <p:cNvPr id="36" name="Google Shape;36;p4"/>
            <p:cNvSpPr txBox="1"/>
            <p:nvPr/>
          </p:nvSpPr>
          <p:spPr>
            <a:xfrm>
              <a:off x="0" y="-47625"/>
              <a:ext cx="749700" cy="797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 name="Google Shape;37;p4"/>
          <p:cNvGrpSpPr/>
          <p:nvPr/>
        </p:nvGrpSpPr>
        <p:grpSpPr>
          <a:xfrm rot="2700000">
            <a:off x="12161978" y="-1575435"/>
            <a:ext cx="2741727" cy="2922839"/>
            <a:chOff x="0" y="-47625"/>
            <a:chExt cx="722100" cy="769800"/>
          </a:xfrm>
        </p:grpSpPr>
        <p:sp>
          <p:nvSpPr>
            <p:cNvPr id="38" name="Google Shape;38;p4"/>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39" name="Google Shape;39;p4"/>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 name="Google Shape;40;p4"/>
          <p:cNvGrpSpPr/>
          <p:nvPr/>
        </p:nvGrpSpPr>
        <p:grpSpPr>
          <a:xfrm rot="2700000">
            <a:off x="14303060" y="9671743"/>
            <a:ext cx="2741727" cy="2922839"/>
            <a:chOff x="0" y="-47625"/>
            <a:chExt cx="722100" cy="769800"/>
          </a:xfrm>
        </p:grpSpPr>
        <p:sp>
          <p:nvSpPr>
            <p:cNvPr id="41" name="Google Shape;41;p4"/>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42" name="Google Shape;42;p4"/>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 name="Google Shape;43;p4"/>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SzPts val="18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44" name="Google Shape;44;p4"/>
          <p:cNvSpPr txBox="1">
            <a:spLocks noGrp="1"/>
          </p:cNvSpPr>
          <p:nvPr>
            <p:ph type="body" idx="1"/>
          </p:nvPr>
        </p:nvSpPr>
        <p:spPr>
          <a:xfrm>
            <a:off x="5029200" y="480405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grpSp>
        <p:nvGrpSpPr>
          <p:cNvPr id="45" name="Google Shape;45;p4"/>
          <p:cNvGrpSpPr/>
          <p:nvPr/>
        </p:nvGrpSpPr>
        <p:grpSpPr>
          <a:xfrm>
            <a:off x="787475" y="532476"/>
            <a:ext cx="1570808" cy="812152"/>
            <a:chOff x="0" y="-241102"/>
            <a:chExt cx="2094411" cy="1082869"/>
          </a:xfrm>
        </p:grpSpPr>
        <p:grpSp>
          <p:nvGrpSpPr>
            <p:cNvPr id="46" name="Google Shape;46;p4"/>
            <p:cNvGrpSpPr/>
            <p:nvPr/>
          </p:nvGrpSpPr>
          <p:grpSpPr>
            <a:xfrm>
              <a:off x="0" y="-241102"/>
              <a:ext cx="841388" cy="1082869"/>
              <a:chOff x="0" y="-47625"/>
              <a:chExt cx="166200" cy="213900"/>
            </a:xfrm>
          </p:grpSpPr>
          <p:sp>
            <p:nvSpPr>
              <p:cNvPr id="47" name="Google Shape;47;p4"/>
              <p:cNvSpPr/>
              <p:nvPr/>
            </p:nvSpPr>
            <p:spPr>
              <a:xfrm>
                <a:off x="0" y="0"/>
                <a:ext cx="166135" cy="166135"/>
              </a:xfrm>
              <a:custGeom>
                <a:avLst/>
                <a:gdLst/>
                <a:ahLst/>
                <a:cxnLst/>
                <a:rect l="l" t="t" r="r" b="b"/>
                <a:pathLst>
                  <a:path w="166135" h="166135" extrusionOk="0">
                    <a:moveTo>
                      <a:pt x="0" y="0"/>
                    </a:moveTo>
                    <a:lnTo>
                      <a:pt x="166135" y="0"/>
                    </a:lnTo>
                    <a:lnTo>
                      <a:pt x="166135" y="166135"/>
                    </a:lnTo>
                    <a:lnTo>
                      <a:pt x="0" y="166135"/>
                    </a:lnTo>
                    <a:close/>
                  </a:path>
                </a:pathLst>
              </a:custGeom>
              <a:solidFill>
                <a:srgbClr val="5271FF"/>
              </a:solidFill>
              <a:ln>
                <a:noFill/>
              </a:ln>
            </p:spPr>
          </p:sp>
          <p:sp>
            <p:nvSpPr>
              <p:cNvPr id="48" name="Google Shape;48;p4"/>
              <p:cNvSpPr txBox="1"/>
              <p:nvPr/>
            </p:nvSpPr>
            <p:spPr>
              <a:xfrm>
                <a:off x="0" y="-47625"/>
                <a:ext cx="166200" cy="213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 name="Google Shape;49;p4"/>
            <p:cNvSpPr/>
            <p:nvPr/>
          </p:nvSpPr>
          <p:spPr>
            <a:xfrm>
              <a:off x="109769" y="80055"/>
              <a:ext cx="621522" cy="680950"/>
            </a:xfrm>
            <a:custGeom>
              <a:avLst/>
              <a:gdLst/>
              <a:ahLst/>
              <a:cxnLst/>
              <a:rect l="l" t="t" r="r" b="b"/>
              <a:pathLst>
                <a:path w="621522" h="680950" extrusionOk="0">
                  <a:moveTo>
                    <a:pt x="0" y="0"/>
                  </a:moveTo>
                  <a:lnTo>
                    <a:pt x="621522" y="0"/>
                  </a:lnTo>
                  <a:lnTo>
                    <a:pt x="621522" y="680950"/>
                  </a:lnTo>
                  <a:lnTo>
                    <a:pt x="0" y="680950"/>
                  </a:lnTo>
                  <a:lnTo>
                    <a:pt x="0" y="0"/>
                  </a:lnTo>
                  <a:close/>
                </a:path>
              </a:pathLst>
            </a:custGeom>
            <a:blipFill rotWithShape="1">
              <a:blip r:embed="rId2">
                <a:alphaModFix/>
              </a:blip>
              <a:stretch>
                <a:fillRect/>
              </a:stretch>
            </a:blipFill>
            <a:ln>
              <a:noFill/>
            </a:ln>
          </p:spPr>
        </p:sp>
        <p:sp>
          <p:nvSpPr>
            <p:cNvPr id="50" name="Google Shape;50;p4"/>
            <p:cNvSpPr txBox="1"/>
            <p:nvPr/>
          </p:nvSpPr>
          <p:spPr>
            <a:xfrm>
              <a:off x="1028211" y="103785"/>
              <a:ext cx="1066200" cy="62160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3029" b="0" i="0" u="none" strike="noStrike" cap="none">
                  <a:solidFill>
                    <a:srgbClr val="0F1A38"/>
                  </a:solidFill>
                  <a:latin typeface="Anton"/>
                  <a:ea typeface="Anton"/>
                  <a:cs typeface="Anton"/>
                  <a:sym typeface="Anton"/>
                </a:rPr>
                <a:t>LOGO</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sp>
        <p:nvSpPr>
          <p:cNvPr id="52" name="Google Shape;52;p5"/>
          <p:cNvSpPr txBox="1">
            <a:spLocks noGrp="1"/>
          </p:cNvSpPr>
          <p:nvPr>
            <p:ph type="body" idx="1"/>
          </p:nvPr>
        </p:nvSpPr>
        <p:spPr>
          <a:xfrm>
            <a:off x="2031438" y="579306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1800"/>
              <a:buNone/>
              <a:defRPr/>
            </a:lvl1pPr>
            <a:lvl2pPr marL="914400" lvl="1" indent="-228600" algn="l">
              <a:spcBef>
                <a:spcPts val="360"/>
              </a:spcBef>
              <a:spcAft>
                <a:spcPts val="0"/>
              </a:spcAft>
              <a:buSzPts val="1800"/>
              <a:buNone/>
              <a:defRPr/>
            </a:lvl2pPr>
            <a:lvl3pPr marL="1371600" lvl="2" indent="-228600" algn="l">
              <a:spcBef>
                <a:spcPts val="320"/>
              </a:spcBef>
              <a:spcAft>
                <a:spcPts val="0"/>
              </a:spcAft>
              <a:buSzPts val="1800"/>
              <a:buNone/>
              <a:defRPr/>
            </a:lvl3pPr>
            <a:lvl4pPr marL="1828800" lvl="3" indent="-228600" algn="l">
              <a:spcBef>
                <a:spcPts val="280"/>
              </a:spcBef>
              <a:spcAft>
                <a:spcPts val="0"/>
              </a:spcAft>
              <a:buSzPts val="1800"/>
              <a:buNone/>
              <a:defRPr/>
            </a:lvl4pPr>
            <a:lvl5pPr marL="2286000" lvl="4" indent="-228600" algn="l">
              <a:spcBef>
                <a:spcPts val="280"/>
              </a:spcBef>
              <a:spcAft>
                <a:spcPts val="0"/>
              </a:spcAft>
              <a:buSzPts val="1800"/>
              <a:buNone/>
              <a:defRPr/>
            </a:lvl5pPr>
            <a:lvl6pPr marL="2743200" lvl="5" indent="-228600" algn="l">
              <a:spcBef>
                <a:spcPts val="280"/>
              </a:spcBef>
              <a:spcAft>
                <a:spcPts val="0"/>
              </a:spcAft>
              <a:buSzPts val="1800"/>
              <a:buNone/>
              <a:defRPr/>
            </a:lvl6pPr>
            <a:lvl7pPr marL="3200400" lvl="6" indent="-228600" algn="l">
              <a:spcBef>
                <a:spcPts val="280"/>
              </a:spcBef>
              <a:spcAft>
                <a:spcPts val="0"/>
              </a:spcAft>
              <a:buSzPts val="1800"/>
              <a:buNone/>
              <a:defRPr/>
            </a:lvl7pPr>
            <a:lvl8pPr marL="3657600" lvl="7" indent="-228600" algn="l">
              <a:spcBef>
                <a:spcPts val="280"/>
              </a:spcBef>
              <a:spcAft>
                <a:spcPts val="0"/>
              </a:spcAft>
              <a:buSzPts val="1800"/>
              <a:buNone/>
              <a:defRPr/>
            </a:lvl8pPr>
            <a:lvl9pPr marL="4114800" lvl="8" indent="-228600" algn="l">
              <a:spcBef>
                <a:spcPts val="280"/>
              </a:spcBef>
              <a:spcAft>
                <a:spcPts val="0"/>
              </a:spcAft>
              <a:buSzPts val="1800"/>
              <a:buNone/>
              <a:defRPr/>
            </a:lvl9pPr>
          </a:lstStyle>
          <a:p>
            <a:endParaRPr/>
          </a:p>
        </p:txBody>
      </p:sp>
      <p:grpSp>
        <p:nvGrpSpPr>
          <p:cNvPr id="53" name="Google Shape;53;p5"/>
          <p:cNvGrpSpPr/>
          <p:nvPr/>
        </p:nvGrpSpPr>
        <p:grpSpPr>
          <a:xfrm>
            <a:off x="787475" y="532476"/>
            <a:ext cx="1570808" cy="812152"/>
            <a:chOff x="0" y="-241102"/>
            <a:chExt cx="2094411" cy="1082869"/>
          </a:xfrm>
        </p:grpSpPr>
        <p:grpSp>
          <p:nvGrpSpPr>
            <p:cNvPr id="54" name="Google Shape;54;p5"/>
            <p:cNvGrpSpPr/>
            <p:nvPr/>
          </p:nvGrpSpPr>
          <p:grpSpPr>
            <a:xfrm>
              <a:off x="0" y="-241102"/>
              <a:ext cx="841388" cy="1082869"/>
              <a:chOff x="0" y="-47625"/>
              <a:chExt cx="166200" cy="213900"/>
            </a:xfrm>
          </p:grpSpPr>
          <p:sp>
            <p:nvSpPr>
              <p:cNvPr id="55" name="Google Shape;55;p5"/>
              <p:cNvSpPr/>
              <p:nvPr/>
            </p:nvSpPr>
            <p:spPr>
              <a:xfrm>
                <a:off x="0" y="0"/>
                <a:ext cx="166135" cy="166135"/>
              </a:xfrm>
              <a:custGeom>
                <a:avLst/>
                <a:gdLst/>
                <a:ahLst/>
                <a:cxnLst/>
                <a:rect l="l" t="t" r="r" b="b"/>
                <a:pathLst>
                  <a:path w="166135" h="166135" extrusionOk="0">
                    <a:moveTo>
                      <a:pt x="0" y="0"/>
                    </a:moveTo>
                    <a:lnTo>
                      <a:pt x="166135" y="0"/>
                    </a:lnTo>
                    <a:lnTo>
                      <a:pt x="166135" y="166135"/>
                    </a:lnTo>
                    <a:lnTo>
                      <a:pt x="0" y="166135"/>
                    </a:lnTo>
                    <a:close/>
                  </a:path>
                </a:pathLst>
              </a:custGeom>
              <a:solidFill>
                <a:srgbClr val="5271FF"/>
              </a:solidFill>
              <a:ln>
                <a:noFill/>
              </a:ln>
            </p:spPr>
          </p:sp>
          <p:sp>
            <p:nvSpPr>
              <p:cNvPr id="56" name="Google Shape;56;p5"/>
              <p:cNvSpPr txBox="1"/>
              <p:nvPr/>
            </p:nvSpPr>
            <p:spPr>
              <a:xfrm>
                <a:off x="0" y="-47625"/>
                <a:ext cx="166200" cy="213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7" name="Google Shape;57;p5"/>
            <p:cNvSpPr/>
            <p:nvPr/>
          </p:nvSpPr>
          <p:spPr>
            <a:xfrm>
              <a:off x="109769" y="80055"/>
              <a:ext cx="621522" cy="680950"/>
            </a:xfrm>
            <a:custGeom>
              <a:avLst/>
              <a:gdLst/>
              <a:ahLst/>
              <a:cxnLst/>
              <a:rect l="l" t="t" r="r" b="b"/>
              <a:pathLst>
                <a:path w="621522" h="680950" extrusionOk="0">
                  <a:moveTo>
                    <a:pt x="0" y="0"/>
                  </a:moveTo>
                  <a:lnTo>
                    <a:pt x="621522" y="0"/>
                  </a:lnTo>
                  <a:lnTo>
                    <a:pt x="621522" y="680950"/>
                  </a:lnTo>
                  <a:lnTo>
                    <a:pt x="0" y="680950"/>
                  </a:lnTo>
                  <a:lnTo>
                    <a:pt x="0" y="0"/>
                  </a:lnTo>
                  <a:close/>
                </a:path>
              </a:pathLst>
            </a:custGeom>
            <a:blipFill rotWithShape="1">
              <a:blip r:embed="rId2">
                <a:alphaModFix/>
              </a:blip>
              <a:stretch>
                <a:fillRect/>
              </a:stretch>
            </a:blipFill>
            <a:ln>
              <a:noFill/>
            </a:ln>
          </p:spPr>
        </p:sp>
        <p:sp>
          <p:nvSpPr>
            <p:cNvPr id="58" name="Google Shape;58;p5"/>
            <p:cNvSpPr txBox="1"/>
            <p:nvPr/>
          </p:nvSpPr>
          <p:spPr>
            <a:xfrm>
              <a:off x="1028211" y="103785"/>
              <a:ext cx="1066200" cy="62160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3029" b="0" i="0" u="none" strike="noStrike" cap="none">
                  <a:solidFill>
                    <a:srgbClr val="0F1A38"/>
                  </a:solidFill>
                  <a:latin typeface="Anton"/>
                  <a:ea typeface="Anton"/>
                  <a:cs typeface="Anton"/>
                  <a:sym typeface="Anton"/>
                </a:rPr>
                <a:t>LOGO</a:t>
              </a:r>
              <a:endParaRPr/>
            </a:p>
          </p:txBody>
        </p:sp>
      </p:grpSp>
      <p:sp>
        <p:nvSpPr>
          <p:cNvPr id="59" name="Google Shape;59;p5"/>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7200"/>
              <a:buFont typeface="Anton"/>
              <a:buNone/>
              <a:defRPr sz="7200" i="0" u="none" strike="noStrike" cap="none">
                <a:solidFill>
                  <a:schemeClr val="dk1"/>
                </a:solidFill>
                <a:latin typeface="Anton"/>
                <a:ea typeface="Anton"/>
                <a:cs typeface="Anton"/>
                <a:sym typeface="Anto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grpSp>
        <p:nvGrpSpPr>
          <p:cNvPr id="60" name="Google Shape;60;p5"/>
          <p:cNvGrpSpPr/>
          <p:nvPr/>
        </p:nvGrpSpPr>
        <p:grpSpPr>
          <a:xfrm rot="2700000">
            <a:off x="12786935" y="-1788318"/>
            <a:ext cx="2741727" cy="2922839"/>
            <a:chOff x="0" y="-47625"/>
            <a:chExt cx="722100" cy="769800"/>
          </a:xfrm>
        </p:grpSpPr>
        <p:sp>
          <p:nvSpPr>
            <p:cNvPr id="61" name="Google Shape;61;p5"/>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62" name="Google Shape;62;p5"/>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 name="Google Shape;63;p5"/>
          <p:cNvGrpSpPr/>
          <p:nvPr/>
        </p:nvGrpSpPr>
        <p:grpSpPr>
          <a:xfrm rot="2700000">
            <a:off x="8693243" y="8761814"/>
            <a:ext cx="2741727" cy="2922839"/>
            <a:chOff x="0" y="-47625"/>
            <a:chExt cx="722100" cy="769800"/>
          </a:xfrm>
        </p:grpSpPr>
        <p:sp>
          <p:nvSpPr>
            <p:cNvPr id="64" name="Google Shape;64;p5"/>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65" name="Google Shape;65;p5"/>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6" name="Google Shape;66;p5"/>
          <p:cNvGrpSpPr/>
          <p:nvPr/>
        </p:nvGrpSpPr>
        <p:grpSpPr>
          <a:xfrm rot="2700000">
            <a:off x="10848306" y="-2435115"/>
            <a:ext cx="2741727" cy="2922839"/>
            <a:chOff x="0" y="-47625"/>
            <a:chExt cx="722100" cy="769800"/>
          </a:xfrm>
        </p:grpSpPr>
        <p:sp>
          <p:nvSpPr>
            <p:cNvPr id="67" name="Google Shape;67;p5"/>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68" name="Google Shape;68;p5"/>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9"/>
        <p:cNvGrpSpPr/>
        <p:nvPr/>
      </p:nvGrpSpPr>
      <p:grpSpPr>
        <a:xfrm>
          <a:off x="0" y="0"/>
          <a:ext cx="0" cy="0"/>
          <a:chOff x="0" y="0"/>
          <a:chExt cx="0" cy="0"/>
        </a:xfrm>
      </p:grpSpPr>
      <p:sp>
        <p:nvSpPr>
          <p:cNvPr id="70" name="Google Shape;70;p6"/>
          <p:cNvSpPr txBox="1">
            <a:spLocks noGrp="1"/>
          </p:cNvSpPr>
          <p:nvPr>
            <p:ph type="body" idx="1"/>
          </p:nvPr>
        </p:nvSpPr>
        <p:spPr>
          <a:xfrm>
            <a:off x="4338200" y="4573150"/>
            <a:ext cx="47169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560"/>
              </a:spcBef>
              <a:spcAft>
                <a:spcPts val="0"/>
              </a:spcAft>
              <a:buClr>
                <a:schemeClr val="dk1"/>
              </a:buClr>
              <a:buSzPts val="1800"/>
              <a:buChar char="•"/>
              <a:defRPr/>
            </a:lvl1pPr>
            <a:lvl2pPr marL="914400" lvl="1" indent="-342900" algn="l">
              <a:spcBef>
                <a:spcPts val="48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6"/>
          <p:cNvSpPr txBox="1">
            <a:spLocks noGrp="1"/>
          </p:cNvSpPr>
          <p:nvPr>
            <p:ph type="body" idx="2"/>
          </p:nvPr>
        </p:nvSpPr>
        <p:spPr>
          <a:xfrm>
            <a:off x="9232907" y="4573150"/>
            <a:ext cx="47169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560"/>
              </a:spcBef>
              <a:spcAft>
                <a:spcPts val="0"/>
              </a:spcAft>
              <a:buClr>
                <a:schemeClr val="dk1"/>
              </a:buClr>
              <a:buSzPts val="1800"/>
              <a:buChar char="•"/>
              <a:defRPr/>
            </a:lvl1pPr>
            <a:lvl2pPr marL="914400" lvl="1" indent="-342900" algn="l">
              <a:spcBef>
                <a:spcPts val="48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grpSp>
        <p:nvGrpSpPr>
          <p:cNvPr id="72" name="Google Shape;72;p6"/>
          <p:cNvGrpSpPr/>
          <p:nvPr/>
        </p:nvGrpSpPr>
        <p:grpSpPr>
          <a:xfrm>
            <a:off x="787475" y="532476"/>
            <a:ext cx="1570808" cy="812152"/>
            <a:chOff x="0" y="-241102"/>
            <a:chExt cx="2094411" cy="1082869"/>
          </a:xfrm>
        </p:grpSpPr>
        <p:grpSp>
          <p:nvGrpSpPr>
            <p:cNvPr id="73" name="Google Shape;73;p6"/>
            <p:cNvGrpSpPr/>
            <p:nvPr/>
          </p:nvGrpSpPr>
          <p:grpSpPr>
            <a:xfrm>
              <a:off x="0" y="-241102"/>
              <a:ext cx="841388" cy="1082869"/>
              <a:chOff x="0" y="-47625"/>
              <a:chExt cx="166200" cy="213900"/>
            </a:xfrm>
          </p:grpSpPr>
          <p:sp>
            <p:nvSpPr>
              <p:cNvPr id="74" name="Google Shape;74;p6"/>
              <p:cNvSpPr/>
              <p:nvPr/>
            </p:nvSpPr>
            <p:spPr>
              <a:xfrm>
                <a:off x="0" y="0"/>
                <a:ext cx="166135" cy="166135"/>
              </a:xfrm>
              <a:custGeom>
                <a:avLst/>
                <a:gdLst/>
                <a:ahLst/>
                <a:cxnLst/>
                <a:rect l="l" t="t" r="r" b="b"/>
                <a:pathLst>
                  <a:path w="166135" h="166135" extrusionOk="0">
                    <a:moveTo>
                      <a:pt x="0" y="0"/>
                    </a:moveTo>
                    <a:lnTo>
                      <a:pt x="166135" y="0"/>
                    </a:lnTo>
                    <a:lnTo>
                      <a:pt x="166135" y="166135"/>
                    </a:lnTo>
                    <a:lnTo>
                      <a:pt x="0" y="166135"/>
                    </a:lnTo>
                    <a:close/>
                  </a:path>
                </a:pathLst>
              </a:custGeom>
              <a:solidFill>
                <a:srgbClr val="5271FF"/>
              </a:solidFill>
              <a:ln>
                <a:noFill/>
              </a:ln>
            </p:spPr>
          </p:sp>
          <p:sp>
            <p:nvSpPr>
              <p:cNvPr id="75" name="Google Shape;75;p6"/>
              <p:cNvSpPr txBox="1"/>
              <p:nvPr/>
            </p:nvSpPr>
            <p:spPr>
              <a:xfrm>
                <a:off x="0" y="-47625"/>
                <a:ext cx="166200" cy="213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6" name="Google Shape;76;p6"/>
            <p:cNvSpPr/>
            <p:nvPr/>
          </p:nvSpPr>
          <p:spPr>
            <a:xfrm>
              <a:off x="109769" y="80055"/>
              <a:ext cx="621522" cy="680950"/>
            </a:xfrm>
            <a:custGeom>
              <a:avLst/>
              <a:gdLst/>
              <a:ahLst/>
              <a:cxnLst/>
              <a:rect l="l" t="t" r="r" b="b"/>
              <a:pathLst>
                <a:path w="621522" h="680950" extrusionOk="0">
                  <a:moveTo>
                    <a:pt x="0" y="0"/>
                  </a:moveTo>
                  <a:lnTo>
                    <a:pt x="621522" y="0"/>
                  </a:lnTo>
                  <a:lnTo>
                    <a:pt x="621522" y="680950"/>
                  </a:lnTo>
                  <a:lnTo>
                    <a:pt x="0" y="680950"/>
                  </a:lnTo>
                  <a:lnTo>
                    <a:pt x="0" y="0"/>
                  </a:lnTo>
                  <a:close/>
                </a:path>
              </a:pathLst>
            </a:custGeom>
            <a:blipFill rotWithShape="1">
              <a:blip r:embed="rId2">
                <a:alphaModFix/>
              </a:blip>
              <a:stretch>
                <a:fillRect/>
              </a:stretch>
            </a:blipFill>
            <a:ln>
              <a:noFill/>
            </a:ln>
          </p:spPr>
        </p:sp>
        <p:sp>
          <p:nvSpPr>
            <p:cNvPr id="77" name="Google Shape;77;p6"/>
            <p:cNvSpPr txBox="1"/>
            <p:nvPr/>
          </p:nvSpPr>
          <p:spPr>
            <a:xfrm>
              <a:off x="1028211" y="103785"/>
              <a:ext cx="1066200" cy="62160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3029" b="0" i="0" u="none" strike="noStrike" cap="none">
                  <a:solidFill>
                    <a:srgbClr val="0F1A38"/>
                  </a:solidFill>
                  <a:latin typeface="Anton"/>
                  <a:ea typeface="Anton"/>
                  <a:cs typeface="Anton"/>
                  <a:sym typeface="Anton"/>
                </a:rPr>
                <a:t>LOGO</a:t>
              </a:r>
              <a:endParaRPr/>
            </a:p>
          </p:txBody>
        </p:sp>
      </p:grpSp>
      <p:sp>
        <p:nvSpPr>
          <p:cNvPr id="78" name="Google Shape;78;p6"/>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7200"/>
              <a:buFont typeface="Anton"/>
              <a:buNone/>
              <a:defRPr sz="7200" i="0" u="none" strike="noStrike" cap="none">
                <a:solidFill>
                  <a:schemeClr val="dk1"/>
                </a:solidFill>
                <a:latin typeface="Anton"/>
                <a:ea typeface="Anton"/>
                <a:cs typeface="Anton"/>
                <a:sym typeface="Anto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grpSp>
        <p:nvGrpSpPr>
          <p:cNvPr id="79" name="Google Shape;79;p6"/>
          <p:cNvGrpSpPr/>
          <p:nvPr/>
        </p:nvGrpSpPr>
        <p:grpSpPr>
          <a:xfrm rot="2700000">
            <a:off x="-1383233" y="4767676"/>
            <a:ext cx="2741727" cy="2922839"/>
            <a:chOff x="0" y="-47625"/>
            <a:chExt cx="722100" cy="769800"/>
          </a:xfrm>
        </p:grpSpPr>
        <p:sp>
          <p:nvSpPr>
            <p:cNvPr id="80" name="Google Shape;80;p6"/>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81" name="Google Shape;81;p6"/>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 name="Google Shape;82;p6"/>
          <p:cNvGrpSpPr/>
          <p:nvPr/>
        </p:nvGrpSpPr>
        <p:grpSpPr>
          <a:xfrm rot="2700000">
            <a:off x="16980967" y="3844570"/>
            <a:ext cx="2741727" cy="2922839"/>
            <a:chOff x="0" y="-47625"/>
            <a:chExt cx="722100" cy="769800"/>
          </a:xfrm>
        </p:grpSpPr>
        <p:sp>
          <p:nvSpPr>
            <p:cNvPr id="83" name="Google Shape;83;p6"/>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84" name="Google Shape;84;p6"/>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7"/>
          <p:cNvSpPr txBox="1">
            <a:spLocks noGrp="1"/>
          </p:cNvSpPr>
          <p:nvPr>
            <p:ph type="body" idx="1"/>
          </p:nvPr>
        </p:nvSpPr>
        <p:spPr>
          <a:xfrm>
            <a:off x="3775400" y="4974625"/>
            <a:ext cx="5271000" cy="3951300"/>
          </a:xfrm>
          <a:prstGeom prst="rect">
            <a:avLst/>
          </a:prstGeom>
          <a:noFill/>
          <a:ln>
            <a:noFill/>
          </a:ln>
        </p:spPr>
        <p:txBody>
          <a:bodyPr spcFirstLastPara="1" wrap="square" lIns="91425" tIns="45700" rIns="91425" bIns="45700" anchor="t" anchorCtr="0">
            <a:normAutofit/>
          </a:bodyPr>
          <a:lstStyle>
            <a:lvl1pPr marL="457200" lvl="0" indent="-342900" algn="l">
              <a:spcBef>
                <a:spcPts val="48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20"/>
              </a:spcBef>
              <a:spcAft>
                <a:spcPts val="0"/>
              </a:spcAft>
              <a:buClr>
                <a:schemeClr val="dk1"/>
              </a:buClr>
              <a:buSzPts val="1800"/>
              <a:buChar char="–"/>
              <a:defRPr/>
            </a:lvl4pPr>
            <a:lvl5pPr marL="2286000" lvl="4" indent="-342900" algn="l">
              <a:spcBef>
                <a:spcPts val="320"/>
              </a:spcBef>
              <a:spcAft>
                <a:spcPts val="0"/>
              </a:spcAft>
              <a:buClr>
                <a:schemeClr val="dk1"/>
              </a:buClr>
              <a:buSzPts val="1800"/>
              <a:buChar char="»"/>
              <a:defRPr/>
            </a:lvl5pPr>
            <a:lvl6pPr marL="2743200" lvl="5" indent="-342900" algn="l">
              <a:spcBef>
                <a:spcPts val="320"/>
              </a:spcBef>
              <a:spcAft>
                <a:spcPts val="0"/>
              </a:spcAft>
              <a:buClr>
                <a:schemeClr val="dk1"/>
              </a:buClr>
              <a:buSzPts val="1800"/>
              <a:buChar char="•"/>
              <a:defRPr/>
            </a:lvl6pPr>
            <a:lvl7pPr marL="3200400" lvl="6" indent="-342900" algn="l">
              <a:spcBef>
                <a:spcPts val="320"/>
              </a:spcBef>
              <a:spcAft>
                <a:spcPts val="0"/>
              </a:spcAft>
              <a:buClr>
                <a:schemeClr val="dk1"/>
              </a:buClr>
              <a:buSzPts val="1800"/>
              <a:buChar char="•"/>
              <a:defRPr/>
            </a:lvl7pPr>
            <a:lvl8pPr marL="3657600" lvl="7" indent="-342900" algn="l">
              <a:spcBef>
                <a:spcPts val="320"/>
              </a:spcBef>
              <a:spcAft>
                <a:spcPts val="0"/>
              </a:spcAft>
              <a:buClr>
                <a:schemeClr val="dk1"/>
              </a:buClr>
              <a:buSzPts val="1800"/>
              <a:buChar char="•"/>
              <a:defRPr/>
            </a:lvl8pPr>
            <a:lvl9pPr marL="4114800" lvl="8" indent="-342900" algn="l">
              <a:spcBef>
                <a:spcPts val="320"/>
              </a:spcBef>
              <a:spcAft>
                <a:spcPts val="0"/>
              </a:spcAft>
              <a:buClr>
                <a:schemeClr val="dk1"/>
              </a:buClr>
              <a:buSzPts val="1800"/>
              <a:buChar char="•"/>
              <a:defRPr/>
            </a:lvl9pPr>
          </a:lstStyle>
          <a:p>
            <a:endParaRPr/>
          </a:p>
        </p:txBody>
      </p:sp>
      <p:sp>
        <p:nvSpPr>
          <p:cNvPr id="87" name="Google Shape;87;p7"/>
          <p:cNvSpPr txBox="1">
            <a:spLocks noGrp="1"/>
          </p:cNvSpPr>
          <p:nvPr>
            <p:ph type="body" idx="2"/>
          </p:nvPr>
        </p:nvSpPr>
        <p:spPr>
          <a:xfrm>
            <a:off x="9239209" y="4974625"/>
            <a:ext cx="5273400" cy="3951300"/>
          </a:xfrm>
          <a:prstGeom prst="rect">
            <a:avLst/>
          </a:prstGeom>
          <a:noFill/>
          <a:ln>
            <a:noFill/>
          </a:ln>
        </p:spPr>
        <p:txBody>
          <a:bodyPr spcFirstLastPara="1" wrap="square" lIns="91425" tIns="45700" rIns="91425" bIns="45700" anchor="t" anchorCtr="0">
            <a:normAutofit/>
          </a:bodyPr>
          <a:lstStyle>
            <a:lvl1pPr marL="457200" lvl="0" indent="-342900" algn="l">
              <a:spcBef>
                <a:spcPts val="48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20"/>
              </a:spcBef>
              <a:spcAft>
                <a:spcPts val="0"/>
              </a:spcAft>
              <a:buClr>
                <a:schemeClr val="dk1"/>
              </a:buClr>
              <a:buSzPts val="1800"/>
              <a:buChar char="–"/>
              <a:defRPr/>
            </a:lvl4pPr>
            <a:lvl5pPr marL="2286000" lvl="4" indent="-342900" algn="l">
              <a:spcBef>
                <a:spcPts val="320"/>
              </a:spcBef>
              <a:spcAft>
                <a:spcPts val="0"/>
              </a:spcAft>
              <a:buClr>
                <a:schemeClr val="dk1"/>
              </a:buClr>
              <a:buSzPts val="1800"/>
              <a:buChar char="»"/>
              <a:defRPr/>
            </a:lvl5pPr>
            <a:lvl6pPr marL="2743200" lvl="5" indent="-342900" algn="l">
              <a:spcBef>
                <a:spcPts val="320"/>
              </a:spcBef>
              <a:spcAft>
                <a:spcPts val="0"/>
              </a:spcAft>
              <a:buClr>
                <a:schemeClr val="dk1"/>
              </a:buClr>
              <a:buSzPts val="1800"/>
              <a:buChar char="•"/>
              <a:defRPr/>
            </a:lvl6pPr>
            <a:lvl7pPr marL="3200400" lvl="6" indent="-342900" algn="l">
              <a:spcBef>
                <a:spcPts val="320"/>
              </a:spcBef>
              <a:spcAft>
                <a:spcPts val="0"/>
              </a:spcAft>
              <a:buClr>
                <a:schemeClr val="dk1"/>
              </a:buClr>
              <a:buSzPts val="1800"/>
              <a:buChar char="•"/>
              <a:defRPr/>
            </a:lvl7pPr>
            <a:lvl8pPr marL="3657600" lvl="7" indent="-342900" algn="l">
              <a:spcBef>
                <a:spcPts val="320"/>
              </a:spcBef>
              <a:spcAft>
                <a:spcPts val="0"/>
              </a:spcAft>
              <a:buClr>
                <a:schemeClr val="dk1"/>
              </a:buClr>
              <a:buSzPts val="1800"/>
              <a:buChar char="•"/>
              <a:defRPr/>
            </a:lvl8pPr>
            <a:lvl9pPr marL="4114800" lvl="8" indent="-342900" algn="l">
              <a:spcBef>
                <a:spcPts val="320"/>
              </a:spcBef>
              <a:spcAft>
                <a:spcPts val="0"/>
              </a:spcAft>
              <a:buClr>
                <a:schemeClr val="dk1"/>
              </a:buClr>
              <a:buSzPts val="1800"/>
              <a:buChar char="•"/>
              <a:defRPr/>
            </a:lvl9pPr>
          </a:lstStyle>
          <a:p>
            <a:endParaRPr/>
          </a:p>
        </p:txBody>
      </p:sp>
      <p:grpSp>
        <p:nvGrpSpPr>
          <p:cNvPr id="88" name="Google Shape;88;p7"/>
          <p:cNvGrpSpPr/>
          <p:nvPr/>
        </p:nvGrpSpPr>
        <p:grpSpPr>
          <a:xfrm>
            <a:off x="787475" y="532476"/>
            <a:ext cx="1570808" cy="812152"/>
            <a:chOff x="0" y="-241102"/>
            <a:chExt cx="2094411" cy="1082869"/>
          </a:xfrm>
        </p:grpSpPr>
        <p:grpSp>
          <p:nvGrpSpPr>
            <p:cNvPr id="89" name="Google Shape;89;p7"/>
            <p:cNvGrpSpPr/>
            <p:nvPr/>
          </p:nvGrpSpPr>
          <p:grpSpPr>
            <a:xfrm>
              <a:off x="0" y="-241102"/>
              <a:ext cx="841388" cy="1082869"/>
              <a:chOff x="0" y="-47625"/>
              <a:chExt cx="166200" cy="213900"/>
            </a:xfrm>
          </p:grpSpPr>
          <p:sp>
            <p:nvSpPr>
              <p:cNvPr id="90" name="Google Shape;90;p7"/>
              <p:cNvSpPr/>
              <p:nvPr/>
            </p:nvSpPr>
            <p:spPr>
              <a:xfrm>
                <a:off x="0" y="0"/>
                <a:ext cx="166135" cy="166135"/>
              </a:xfrm>
              <a:custGeom>
                <a:avLst/>
                <a:gdLst/>
                <a:ahLst/>
                <a:cxnLst/>
                <a:rect l="l" t="t" r="r" b="b"/>
                <a:pathLst>
                  <a:path w="166135" h="166135" extrusionOk="0">
                    <a:moveTo>
                      <a:pt x="0" y="0"/>
                    </a:moveTo>
                    <a:lnTo>
                      <a:pt x="166135" y="0"/>
                    </a:lnTo>
                    <a:lnTo>
                      <a:pt x="166135" y="166135"/>
                    </a:lnTo>
                    <a:lnTo>
                      <a:pt x="0" y="166135"/>
                    </a:lnTo>
                    <a:close/>
                  </a:path>
                </a:pathLst>
              </a:custGeom>
              <a:solidFill>
                <a:srgbClr val="5271FF"/>
              </a:solidFill>
              <a:ln>
                <a:noFill/>
              </a:ln>
            </p:spPr>
          </p:sp>
          <p:sp>
            <p:nvSpPr>
              <p:cNvPr id="91" name="Google Shape;91;p7"/>
              <p:cNvSpPr txBox="1"/>
              <p:nvPr/>
            </p:nvSpPr>
            <p:spPr>
              <a:xfrm>
                <a:off x="0" y="-47625"/>
                <a:ext cx="166200" cy="213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7"/>
            <p:cNvSpPr/>
            <p:nvPr/>
          </p:nvSpPr>
          <p:spPr>
            <a:xfrm>
              <a:off x="109769" y="80055"/>
              <a:ext cx="621522" cy="680950"/>
            </a:xfrm>
            <a:custGeom>
              <a:avLst/>
              <a:gdLst/>
              <a:ahLst/>
              <a:cxnLst/>
              <a:rect l="l" t="t" r="r" b="b"/>
              <a:pathLst>
                <a:path w="621522" h="680950" extrusionOk="0">
                  <a:moveTo>
                    <a:pt x="0" y="0"/>
                  </a:moveTo>
                  <a:lnTo>
                    <a:pt x="621522" y="0"/>
                  </a:lnTo>
                  <a:lnTo>
                    <a:pt x="621522" y="680950"/>
                  </a:lnTo>
                  <a:lnTo>
                    <a:pt x="0" y="680950"/>
                  </a:lnTo>
                  <a:lnTo>
                    <a:pt x="0" y="0"/>
                  </a:lnTo>
                  <a:close/>
                </a:path>
              </a:pathLst>
            </a:custGeom>
            <a:blipFill rotWithShape="1">
              <a:blip r:embed="rId2">
                <a:alphaModFix/>
              </a:blip>
              <a:stretch>
                <a:fillRect/>
              </a:stretch>
            </a:blipFill>
            <a:ln>
              <a:noFill/>
            </a:ln>
          </p:spPr>
        </p:sp>
        <p:sp>
          <p:nvSpPr>
            <p:cNvPr id="93" name="Google Shape;93;p7"/>
            <p:cNvSpPr txBox="1"/>
            <p:nvPr/>
          </p:nvSpPr>
          <p:spPr>
            <a:xfrm>
              <a:off x="1028211" y="103785"/>
              <a:ext cx="1066200" cy="62160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3029" b="0" i="0" u="none" strike="noStrike" cap="none">
                  <a:solidFill>
                    <a:srgbClr val="0F1A38"/>
                  </a:solidFill>
                  <a:latin typeface="Anton"/>
                  <a:ea typeface="Anton"/>
                  <a:cs typeface="Anton"/>
                  <a:sym typeface="Anton"/>
                </a:rPr>
                <a:t>LOGO</a:t>
              </a:r>
              <a:endParaRPr/>
            </a:p>
          </p:txBody>
        </p:sp>
      </p:grpSp>
      <p:sp>
        <p:nvSpPr>
          <p:cNvPr id="94" name="Google Shape;94;p7"/>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7200"/>
              <a:buFont typeface="Anton"/>
              <a:buNone/>
              <a:defRPr sz="7200" i="0" u="none" strike="noStrike" cap="none">
                <a:solidFill>
                  <a:schemeClr val="dk1"/>
                </a:solidFill>
                <a:latin typeface="Anton"/>
                <a:ea typeface="Anton"/>
                <a:cs typeface="Anton"/>
                <a:sym typeface="Anto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grpSp>
        <p:nvGrpSpPr>
          <p:cNvPr id="95" name="Google Shape;95;p7"/>
          <p:cNvGrpSpPr/>
          <p:nvPr/>
        </p:nvGrpSpPr>
        <p:grpSpPr>
          <a:xfrm rot="2700000">
            <a:off x="11631253" y="-1522967"/>
            <a:ext cx="2741727" cy="2922839"/>
            <a:chOff x="0" y="-47625"/>
            <a:chExt cx="722100" cy="769800"/>
          </a:xfrm>
        </p:grpSpPr>
        <p:sp>
          <p:nvSpPr>
            <p:cNvPr id="96" name="Google Shape;96;p7"/>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97" name="Google Shape;97;p7"/>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8" name="Google Shape;98;p7"/>
          <p:cNvGrpSpPr/>
          <p:nvPr/>
        </p:nvGrpSpPr>
        <p:grpSpPr>
          <a:xfrm rot="2700000">
            <a:off x="9692624" y="-2435115"/>
            <a:ext cx="2741727" cy="2922839"/>
            <a:chOff x="0" y="-47625"/>
            <a:chExt cx="722100" cy="769800"/>
          </a:xfrm>
        </p:grpSpPr>
        <p:sp>
          <p:nvSpPr>
            <p:cNvPr id="99" name="Google Shape;99;p7"/>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100" name="Google Shape;100;p7"/>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1" name="Google Shape;101;p7"/>
          <p:cNvGrpSpPr/>
          <p:nvPr/>
        </p:nvGrpSpPr>
        <p:grpSpPr>
          <a:xfrm rot="2700000">
            <a:off x="4056857" y="9670886"/>
            <a:ext cx="2741727" cy="2922839"/>
            <a:chOff x="0" y="-47625"/>
            <a:chExt cx="722100" cy="769800"/>
          </a:xfrm>
        </p:grpSpPr>
        <p:sp>
          <p:nvSpPr>
            <p:cNvPr id="102" name="Google Shape;102;p7"/>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103" name="Google Shape;103;p7"/>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grpSp>
        <p:nvGrpSpPr>
          <p:cNvPr id="105" name="Google Shape;105;p8"/>
          <p:cNvGrpSpPr/>
          <p:nvPr/>
        </p:nvGrpSpPr>
        <p:grpSpPr>
          <a:xfrm>
            <a:off x="787475" y="532476"/>
            <a:ext cx="1570808" cy="812152"/>
            <a:chOff x="0" y="-241102"/>
            <a:chExt cx="2094411" cy="1082869"/>
          </a:xfrm>
        </p:grpSpPr>
        <p:grpSp>
          <p:nvGrpSpPr>
            <p:cNvPr id="106" name="Google Shape;106;p8"/>
            <p:cNvGrpSpPr/>
            <p:nvPr/>
          </p:nvGrpSpPr>
          <p:grpSpPr>
            <a:xfrm>
              <a:off x="0" y="-241102"/>
              <a:ext cx="841388" cy="1082869"/>
              <a:chOff x="0" y="-47625"/>
              <a:chExt cx="166200" cy="213900"/>
            </a:xfrm>
          </p:grpSpPr>
          <p:sp>
            <p:nvSpPr>
              <p:cNvPr id="107" name="Google Shape;107;p8"/>
              <p:cNvSpPr/>
              <p:nvPr/>
            </p:nvSpPr>
            <p:spPr>
              <a:xfrm>
                <a:off x="0" y="0"/>
                <a:ext cx="166135" cy="166135"/>
              </a:xfrm>
              <a:custGeom>
                <a:avLst/>
                <a:gdLst/>
                <a:ahLst/>
                <a:cxnLst/>
                <a:rect l="l" t="t" r="r" b="b"/>
                <a:pathLst>
                  <a:path w="166135" h="166135" extrusionOk="0">
                    <a:moveTo>
                      <a:pt x="0" y="0"/>
                    </a:moveTo>
                    <a:lnTo>
                      <a:pt x="166135" y="0"/>
                    </a:lnTo>
                    <a:lnTo>
                      <a:pt x="166135" y="166135"/>
                    </a:lnTo>
                    <a:lnTo>
                      <a:pt x="0" y="166135"/>
                    </a:lnTo>
                    <a:close/>
                  </a:path>
                </a:pathLst>
              </a:custGeom>
              <a:solidFill>
                <a:srgbClr val="5271FF"/>
              </a:solidFill>
              <a:ln>
                <a:noFill/>
              </a:ln>
            </p:spPr>
          </p:sp>
          <p:sp>
            <p:nvSpPr>
              <p:cNvPr id="108" name="Google Shape;108;p8"/>
              <p:cNvSpPr txBox="1"/>
              <p:nvPr/>
            </p:nvSpPr>
            <p:spPr>
              <a:xfrm>
                <a:off x="0" y="-47625"/>
                <a:ext cx="166200" cy="213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8"/>
            <p:cNvSpPr/>
            <p:nvPr/>
          </p:nvSpPr>
          <p:spPr>
            <a:xfrm>
              <a:off x="109769" y="80055"/>
              <a:ext cx="621522" cy="680950"/>
            </a:xfrm>
            <a:custGeom>
              <a:avLst/>
              <a:gdLst/>
              <a:ahLst/>
              <a:cxnLst/>
              <a:rect l="l" t="t" r="r" b="b"/>
              <a:pathLst>
                <a:path w="621522" h="680950" extrusionOk="0">
                  <a:moveTo>
                    <a:pt x="0" y="0"/>
                  </a:moveTo>
                  <a:lnTo>
                    <a:pt x="621522" y="0"/>
                  </a:lnTo>
                  <a:lnTo>
                    <a:pt x="621522" y="680950"/>
                  </a:lnTo>
                  <a:lnTo>
                    <a:pt x="0" y="680950"/>
                  </a:lnTo>
                  <a:lnTo>
                    <a:pt x="0" y="0"/>
                  </a:lnTo>
                  <a:close/>
                </a:path>
              </a:pathLst>
            </a:custGeom>
            <a:blipFill rotWithShape="1">
              <a:blip r:embed="rId2">
                <a:alphaModFix/>
              </a:blip>
              <a:stretch>
                <a:fillRect/>
              </a:stretch>
            </a:blipFill>
            <a:ln>
              <a:noFill/>
            </a:ln>
          </p:spPr>
        </p:sp>
        <p:sp>
          <p:nvSpPr>
            <p:cNvPr id="110" name="Google Shape;110;p8"/>
            <p:cNvSpPr txBox="1"/>
            <p:nvPr/>
          </p:nvSpPr>
          <p:spPr>
            <a:xfrm>
              <a:off x="1028211" y="103785"/>
              <a:ext cx="1066200" cy="62160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3029" b="0" i="0" u="none" strike="noStrike" cap="none">
                  <a:solidFill>
                    <a:srgbClr val="0F1A38"/>
                  </a:solidFill>
                  <a:latin typeface="Anton"/>
                  <a:ea typeface="Anton"/>
                  <a:cs typeface="Anton"/>
                  <a:sym typeface="Anton"/>
                </a:rPr>
                <a:t>LOGO</a:t>
              </a:r>
              <a:endParaRPr/>
            </a:p>
          </p:txBody>
        </p:sp>
      </p:grpSp>
      <p:sp>
        <p:nvSpPr>
          <p:cNvPr id="111" name="Google Shape;111;p8"/>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7200"/>
              <a:buFont typeface="Anton"/>
              <a:buNone/>
              <a:defRPr sz="7200" i="0" u="none" strike="noStrike" cap="none">
                <a:solidFill>
                  <a:schemeClr val="dk1"/>
                </a:solidFill>
                <a:latin typeface="Anton"/>
                <a:ea typeface="Anton"/>
                <a:cs typeface="Anton"/>
                <a:sym typeface="Anto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grpSp>
        <p:nvGrpSpPr>
          <p:cNvPr id="112" name="Google Shape;112;p8"/>
          <p:cNvGrpSpPr/>
          <p:nvPr/>
        </p:nvGrpSpPr>
        <p:grpSpPr>
          <a:xfrm rot="2700000">
            <a:off x="5580756" y="-1461657"/>
            <a:ext cx="2017283" cy="2082209"/>
            <a:chOff x="0" y="-47625"/>
            <a:chExt cx="531300" cy="548400"/>
          </a:xfrm>
        </p:grpSpPr>
        <p:sp>
          <p:nvSpPr>
            <p:cNvPr id="113" name="Google Shape;113;p8"/>
            <p:cNvSpPr/>
            <p:nvPr/>
          </p:nvSpPr>
          <p:spPr>
            <a:xfrm>
              <a:off x="0" y="0"/>
              <a:ext cx="531277" cy="500749"/>
            </a:xfrm>
            <a:custGeom>
              <a:avLst/>
              <a:gdLst/>
              <a:ahLst/>
              <a:cxnLst/>
              <a:rect l="l" t="t" r="r" b="b"/>
              <a:pathLst>
                <a:path w="531277" h="500749" extrusionOk="0">
                  <a:moveTo>
                    <a:pt x="0" y="0"/>
                  </a:moveTo>
                  <a:lnTo>
                    <a:pt x="531277" y="0"/>
                  </a:lnTo>
                  <a:lnTo>
                    <a:pt x="531277" y="500749"/>
                  </a:lnTo>
                  <a:lnTo>
                    <a:pt x="0" y="500749"/>
                  </a:lnTo>
                  <a:close/>
                </a:path>
              </a:pathLst>
            </a:custGeom>
            <a:solidFill>
              <a:srgbClr val="5271FF"/>
            </a:solidFill>
            <a:ln>
              <a:noFill/>
            </a:ln>
          </p:spPr>
        </p:sp>
        <p:sp>
          <p:nvSpPr>
            <p:cNvPr id="114" name="Google Shape;114;p8"/>
            <p:cNvSpPr txBox="1"/>
            <p:nvPr/>
          </p:nvSpPr>
          <p:spPr>
            <a:xfrm>
              <a:off x="0" y="-47625"/>
              <a:ext cx="531300" cy="54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5" name="Google Shape;115;p8"/>
          <p:cNvGrpSpPr/>
          <p:nvPr/>
        </p:nvGrpSpPr>
        <p:grpSpPr>
          <a:xfrm rot="2700000">
            <a:off x="17343287" y="2054756"/>
            <a:ext cx="2017283" cy="2082209"/>
            <a:chOff x="0" y="-47625"/>
            <a:chExt cx="531300" cy="548400"/>
          </a:xfrm>
        </p:grpSpPr>
        <p:sp>
          <p:nvSpPr>
            <p:cNvPr id="116" name="Google Shape;116;p8"/>
            <p:cNvSpPr/>
            <p:nvPr/>
          </p:nvSpPr>
          <p:spPr>
            <a:xfrm>
              <a:off x="0" y="0"/>
              <a:ext cx="531277" cy="500749"/>
            </a:xfrm>
            <a:custGeom>
              <a:avLst/>
              <a:gdLst/>
              <a:ahLst/>
              <a:cxnLst/>
              <a:rect l="l" t="t" r="r" b="b"/>
              <a:pathLst>
                <a:path w="531277" h="500749" extrusionOk="0">
                  <a:moveTo>
                    <a:pt x="0" y="0"/>
                  </a:moveTo>
                  <a:lnTo>
                    <a:pt x="531277" y="0"/>
                  </a:lnTo>
                  <a:lnTo>
                    <a:pt x="531277" y="500749"/>
                  </a:lnTo>
                  <a:lnTo>
                    <a:pt x="0" y="500749"/>
                  </a:lnTo>
                  <a:close/>
                </a:path>
              </a:pathLst>
            </a:custGeom>
            <a:solidFill>
              <a:srgbClr val="5271FF"/>
            </a:solidFill>
            <a:ln>
              <a:noFill/>
            </a:ln>
          </p:spPr>
        </p:sp>
        <p:sp>
          <p:nvSpPr>
            <p:cNvPr id="117" name="Google Shape;117;p8"/>
            <p:cNvSpPr txBox="1"/>
            <p:nvPr/>
          </p:nvSpPr>
          <p:spPr>
            <a:xfrm>
              <a:off x="0" y="-47625"/>
              <a:ext cx="531300" cy="54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8" name="Google Shape;118;p8"/>
          <p:cNvGrpSpPr/>
          <p:nvPr/>
        </p:nvGrpSpPr>
        <p:grpSpPr>
          <a:xfrm rot="2700000">
            <a:off x="856803" y="9001300"/>
            <a:ext cx="2741727" cy="2922839"/>
            <a:chOff x="0" y="-47625"/>
            <a:chExt cx="722100" cy="769800"/>
          </a:xfrm>
        </p:grpSpPr>
        <p:sp>
          <p:nvSpPr>
            <p:cNvPr id="119" name="Google Shape;119;p8"/>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120" name="Google Shape;120;p8"/>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1" name="Google Shape;121;p8"/>
          <p:cNvGrpSpPr/>
          <p:nvPr/>
        </p:nvGrpSpPr>
        <p:grpSpPr>
          <a:xfrm rot="2700000">
            <a:off x="2121767" y="9671743"/>
            <a:ext cx="2741727" cy="2922839"/>
            <a:chOff x="0" y="-47625"/>
            <a:chExt cx="722100" cy="769800"/>
          </a:xfrm>
        </p:grpSpPr>
        <p:sp>
          <p:nvSpPr>
            <p:cNvPr id="122" name="Google Shape;122;p8"/>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123" name="Google Shape;123;p8"/>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4"/>
        <p:cNvGrpSpPr/>
        <p:nvPr/>
      </p:nvGrpSpPr>
      <p:grpSpPr>
        <a:xfrm>
          <a:off x="0" y="0"/>
          <a:ext cx="0" cy="0"/>
          <a:chOff x="0" y="0"/>
          <a:chExt cx="0" cy="0"/>
        </a:xfrm>
      </p:grpSpPr>
      <p:sp>
        <p:nvSpPr>
          <p:cNvPr id="125" name="Google Shape;125;p9"/>
          <p:cNvSpPr txBox="1">
            <a:spLocks noGrp="1"/>
          </p:cNvSpPr>
          <p:nvPr>
            <p:ph type="body" idx="1"/>
          </p:nvPr>
        </p:nvSpPr>
        <p:spPr>
          <a:xfrm>
            <a:off x="8536213" y="4471550"/>
            <a:ext cx="6224100" cy="3669600"/>
          </a:xfrm>
          <a:prstGeom prst="rect">
            <a:avLst/>
          </a:prstGeom>
          <a:noFill/>
          <a:ln>
            <a:noFill/>
          </a:ln>
        </p:spPr>
        <p:txBody>
          <a:bodyPr spcFirstLastPara="1" wrap="square" lIns="91425" tIns="45700" rIns="91425" bIns="45700" anchor="t" anchorCtr="0">
            <a:normAutofit/>
          </a:bodyPr>
          <a:lstStyle>
            <a:lvl1pPr marL="457200" lvl="0" indent="-342900" algn="l">
              <a:spcBef>
                <a:spcPts val="640"/>
              </a:spcBef>
              <a:spcAft>
                <a:spcPts val="0"/>
              </a:spcAft>
              <a:buClr>
                <a:schemeClr val="dk1"/>
              </a:buClr>
              <a:buSzPts val="1800"/>
              <a:buChar char="•"/>
              <a:defRPr/>
            </a:lvl1pPr>
            <a:lvl2pPr marL="914400" lvl="1" indent="-342900" algn="l">
              <a:spcBef>
                <a:spcPts val="560"/>
              </a:spcBef>
              <a:spcAft>
                <a:spcPts val="0"/>
              </a:spcAft>
              <a:buClr>
                <a:schemeClr val="dk1"/>
              </a:buClr>
              <a:buSzPts val="1800"/>
              <a:buChar char="–"/>
              <a:defRPr/>
            </a:lvl2pPr>
            <a:lvl3pPr marL="1371600" lvl="2" indent="-342900" algn="l">
              <a:spcBef>
                <a:spcPts val="48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126" name="Google Shape;126;p9"/>
          <p:cNvSpPr txBox="1">
            <a:spLocks noGrp="1"/>
          </p:cNvSpPr>
          <p:nvPr>
            <p:ph type="body" idx="2"/>
          </p:nvPr>
        </p:nvSpPr>
        <p:spPr>
          <a:xfrm>
            <a:off x="3527688" y="4471550"/>
            <a:ext cx="48465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800"/>
              <a:buNone/>
              <a:defRPr/>
            </a:lvl1pPr>
            <a:lvl2pPr marL="914400" lvl="1" indent="-228600" algn="l">
              <a:spcBef>
                <a:spcPts val="240"/>
              </a:spcBef>
              <a:spcAft>
                <a:spcPts val="0"/>
              </a:spcAft>
              <a:buClr>
                <a:schemeClr val="dk1"/>
              </a:buClr>
              <a:buSzPts val="1800"/>
              <a:buNone/>
              <a:defRPr/>
            </a:lvl2pPr>
            <a:lvl3pPr marL="1371600" lvl="2" indent="-228600" algn="l">
              <a:spcBef>
                <a:spcPts val="200"/>
              </a:spcBef>
              <a:spcAft>
                <a:spcPts val="0"/>
              </a:spcAft>
              <a:buClr>
                <a:schemeClr val="dk1"/>
              </a:buClr>
              <a:buSzPts val="1800"/>
              <a:buNone/>
              <a:defRPr/>
            </a:lvl3pPr>
            <a:lvl4pPr marL="1828800" lvl="3" indent="-228600" algn="l">
              <a:spcBef>
                <a:spcPts val="180"/>
              </a:spcBef>
              <a:spcAft>
                <a:spcPts val="0"/>
              </a:spcAft>
              <a:buClr>
                <a:schemeClr val="dk1"/>
              </a:buClr>
              <a:buSzPts val="1800"/>
              <a:buNone/>
              <a:defRPr/>
            </a:lvl4pPr>
            <a:lvl5pPr marL="2286000" lvl="4" indent="-228600" algn="l">
              <a:spcBef>
                <a:spcPts val="180"/>
              </a:spcBef>
              <a:spcAft>
                <a:spcPts val="0"/>
              </a:spcAft>
              <a:buClr>
                <a:schemeClr val="dk1"/>
              </a:buClr>
              <a:buSzPts val="1800"/>
              <a:buNone/>
              <a:defRPr/>
            </a:lvl5pPr>
            <a:lvl6pPr marL="2743200" lvl="5" indent="-228600" algn="l">
              <a:spcBef>
                <a:spcPts val="180"/>
              </a:spcBef>
              <a:spcAft>
                <a:spcPts val="0"/>
              </a:spcAft>
              <a:buClr>
                <a:schemeClr val="dk1"/>
              </a:buClr>
              <a:buSzPts val="1800"/>
              <a:buNone/>
              <a:defRPr/>
            </a:lvl6pPr>
            <a:lvl7pPr marL="3200400" lvl="6" indent="-228600" algn="l">
              <a:spcBef>
                <a:spcPts val="180"/>
              </a:spcBef>
              <a:spcAft>
                <a:spcPts val="0"/>
              </a:spcAft>
              <a:buClr>
                <a:schemeClr val="dk1"/>
              </a:buClr>
              <a:buSzPts val="1800"/>
              <a:buNone/>
              <a:defRPr/>
            </a:lvl7pPr>
            <a:lvl8pPr marL="3657600" lvl="7" indent="-228600" algn="l">
              <a:spcBef>
                <a:spcPts val="180"/>
              </a:spcBef>
              <a:spcAft>
                <a:spcPts val="0"/>
              </a:spcAft>
              <a:buClr>
                <a:schemeClr val="dk1"/>
              </a:buClr>
              <a:buSzPts val="1800"/>
              <a:buNone/>
              <a:defRPr/>
            </a:lvl8pPr>
            <a:lvl9pPr marL="4114800" lvl="8" indent="-228600" algn="l">
              <a:spcBef>
                <a:spcPts val="180"/>
              </a:spcBef>
              <a:spcAft>
                <a:spcPts val="0"/>
              </a:spcAft>
              <a:buClr>
                <a:schemeClr val="dk1"/>
              </a:buClr>
              <a:buSzPts val="1800"/>
              <a:buNone/>
              <a:defRPr/>
            </a:lvl9pPr>
          </a:lstStyle>
          <a:p>
            <a:endParaRPr/>
          </a:p>
        </p:txBody>
      </p:sp>
      <p:grpSp>
        <p:nvGrpSpPr>
          <p:cNvPr id="127" name="Google Shape;127;p9"/>
          <p:cNvGrpSpPr/>
          <p:nvPr/>
        </p:nvGrpSpPr>
        <p:grpSpPr>
          <a:xfrm>
            <a:off x="787475" y="532476"/>
            <a:ext cx="1570808" cy="812152"/>
            <a:chOff x="0" y="-241102"/>
            <a:chExt cx="2094411" cy="1082869"/>
          </a:xfrm>
        </p:grpSpPr>
        <p:grpSp>
          <p:nvGrpSpPr>
            <p:cNvPr id="128" name="Google Shape;128;p9"/>
            <p:cNvGrpSpPr/>
            <p:nvPr/>
          </p:nvGrpSpPr>
          <p:grpSpPr>
            <a:xfrm>
              <a:off x="0" y="-241102"/>
              <a:ext cx="841388" cy="1082869"/>
              <a:chOff x="0" y="-47625"/>
              <a:chExt cx="166200" cy="213900"/>
            </a:xfrm>
          </p:grpSpPr>
          <p:sp>
            <p:nvSpPr>
              <p:cNvPr id="129" name="Google Shape;129;p9"/>
              <p:cNvSpPr/>
              <p:nvPr/>
            </p:nvSpPr>
            <p:spPr>
              <a:xfrm>
                <a:off x="0" y="0"/>
                <a:ext cx="166135" cy="166135"/>
              </a:xfrm>
              <a:custGeom>
                <a:avLst/>
                <a:gdLst/>
                <a:ahLst/>
                <a:cxnLst/>
                <a:rect l="l" t="t" r="r" b="b"/>
                <a:pathLst>
                  <a:path w="166135" h="166135" extrusionOk="0">
                    <a:moveTo>
                      <a:pt x="0" y="0"/>
                    </a:moveTo>
                    <a:lnTo>
                      <a:pt x="166135" y="0"/>
                    </a:lnTo>
                    <a:lnTo>
                      <a:pt x="166135" y="166135"/>
                    </a:lnTo>
                    <a:lnTo>
                      <a:pt x="0" y="166135"/>
                    </a:lnTo>
                    <a:close/>
                  </a:path>
                </a:pathLst>
              </a:custGeom>
              <a:solidFill>
                <a:srgbClr val="5271FF"/>
              </a:solidFill>
              <a:ln>
                <a:noFill/>
              </a:ln>
            </p:spPr>
          </p:sp>
          <p:sp>
            <p:nvSpPr>
              <p:cNvPr id="130" name="Google Shape;130;p9"/>
              <p:cNvSpPr txBox="1"/>
              <p:nvPr/>
            </p:nvSpPr>
            <p:spPr>
              <a:xfrm>
                <a:off x="0" y="-47625"/>
                <a:ext cx="166200" cy="213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1" name="Google Shape;131;p9"/>
            <p:cNvSpPr/>
            <p:nvPr/>
          </p:nvSpPr>
          <p:spPr>
            <a:xfrm>
              <a:off x="109769" y="80055"/>
              <a:ext cx="621522" cy="680950"/>
            </a:xfrm>
            <a:custGeom>
              <a:avLst/>
              <a:gdLst/>
              <a:ahLst/>
              <a:cxnLst/>
              <a:rect l="l" t="t" r="r" b="b"/>
              <a:pathLst>
                <a:path w="621522" h="680950" extrusionOk="0">
                  <a:moveTo>
                    <a:pt x="0" y="0"/>
                  </a:moveTo>
                  <a:lnTo>
                    <a:pt x="621522" y="0"/>
                  </a:lnTo>
                  <a:lnTo>
                    <a:pt x="621522" y="680950"/>
                  </a:lnTo>
                  <a:lnTo>
                    <a:pt x="0" y="680950"/>
                  </a:lnTo>
                  <a:lnTo>
                    <a:pt x="0" y="0"/>
                  </a:lnTo>
                  <a:close/>
                </a:path>
              </a:pathLst>
            </a:custGeom>
            <a:blipFill rotWithShape="1">
              <a:blip r:embed="rId2">
                <a:alphaModFix/>
              </a:blip>
              <a:stretch>
                <a:fillRect/>
              </a:stretch>
            </a:blipFill>
            <a:ln>
              <a:noFill/>
            </a:ln>
          </p:spPr>
        </p:sp>
        <p:sp>
          <p:nvSpPr>
            <p:cNvPr id="132" name="Google Shape;132;p9"/>
            <p:cNvSpPr txBox="1"/>
            <p:nvPr/>
          </p:nvSpPr>
          <p:spPr>
            <a:xfrm>
              <a:off x="1028211" y="103785"/>
              <a:ext cx="1066200" cy="62160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3029" b="0" i="0" u="none" strike="noStrike" cap="none">
                  <a:solidFill>
                    <a:srgbClr val="0F1A38"/>
                  </a:solidFill>
                  <a:latin typeface="Anton"/>
                  <a:ea typeface="Anton"/>
                  <a:cs typeface="Anton"/>
                  <a:sym typeface="Anton"/>
                </a:rPr>
                <a:t>LOGO</a:t>
              </a:r>
              <a:endParaRPr/>
            </a:p>
          </p:txBody>
        </p:sp>
      </p:grpSp>
      <p:sp>
        <p:nvSpPr>
          <p:cNvPr id="133" name="Google Shape;133;p9"/>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7200"/>
              <a:buFont typeface="Anton"/>
              <a:buNone/>
              <a:defRPr sz="7200" i="0" u="none" strike="noStrike" cap="none">
                <a:solidFill>
                  <a:schemeClr val="dk1"/>
                </a:solidFill>
                <a:latin typeface="Anton"/>
                <a:ea typeface="Anton"/>
                <a:cs typeface="Anton"/>
                <a:sym typeface="Anto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grpSp>
        <p:nvGrpSpPr>
          <p:cNvPr id="134" name="Google Shape;134;p9"/>
          <p:cNvGrpSpPr/>
          <p:nvPr/>
        </p:nvGrpSpPr>
        <p:grpSpPr>
          <a:xfrm rot="2700000">
            <a:off x="12786935" y="-1788318"/>
            <a:ext cx="2741727" cy="2922839"/>
            <a:chOff x="0" y="-47625"/>
            <a:chExt cx="722100" cy="769800"/>
          </a:xfrm>
        </p:grpSpPr>
        <p:sp>
          <p:nvSpPr>
            <p:cNvPr id="135" name="Google Shape;135;p9"/>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136" name="Google Shape;136;p9"/>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7" name="Google Shape;137;p9"/>
          <p:cNvGrpSpPr/>
          <p:nvPr/>
        </p:nvGrpSpPr>
        <p:grpSpPr>
          <a:xfrm rot="2700000">
            <a:off x="8693243" y="8761814"/>
            <a:ext cx="2741727" cy="2922839"/>
            <a:chOff x="0" y="-47625"/>
            <a:chExt cx="722100" cy="769800"/>
          </a:xfrm>
        </p:grpSpPr>
        <p:sp>
          <p:nvSpPr>
            <p:cNvPr id="138" name="Google Shape;138;p9"/>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139" name="Google Shape;139;p9"/>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0" name="Google Shape;140;p9"/>
          <p:cNvGrpSpPr/>
          <p:nvPr/>
        </p:nvGrpSpPr>
        <p:grpSpPr>
          <a:xfrm rot="2700000">
            <a:off x="10848306" y="-2435115"/>
            <a:ext cx="2741727" cy="2922839"/>
            <a:chOff x="0" y="-47625"/>
            <a:chExt cx="722100" cy="769800"/>
          </a:xfrm>
        </p:grpSpPr>
        <p:sp>
          <p:nvSpPr>
            <p:cNvPr id="141" name="Google Shape;141;p9"/>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142" name="Google Shape;142;p9"/>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3"/>
        <p:cNvGrpSpPr/>
        <p:nvPr/>
      </p:nvGrpSpPr>
      <p:grpSpPr>
        <a:xfrm>
          <a:off x="0" y="0"/>
          <a:ext cx="0" cy="0"/>
          <a:chOff x="0" y="0"/>
          <a:chExt cx="0" cy="0"/>
        </a:xfrm>
      </p:grpSpPr>
      <p:sp>
        <p:nvSpPr>
          <p:cNvPr id="144" name="Google Shape;144;p10"/>
          <p:cNvSpPr>
            <a:spLocks noGrp="1"/>
          </p:cNvSpPr>
          <p:nvPr>
            <p:ph type="pic" idx="2"/>
          </p:nvPr>
        </p:nvSpPr>
        <p:spPr>
          <a:xfrm>
            <a:off x="9271925" y="4327260"/>
            <a:ext cx="4677000" cy="3507600"/>
          </a:xfrm>
          <a:prstGeom prst="rect">
            <a:avLst/>
          </a:prstGeom>
          <a:noFill/>
          <a:ln>
            <a:noFill/>
          </a:ln>
        </p:spPr>
      </p:sp>
      <p:sp>
        <p:nvSpPr>
          <p:cNvPr id="145" name="Google Shape;145;p10"/>
          <p:cNvSpPr txBox="1">
            <a:spLocks noGrp="1"/>
          </p:cNvSpPr>
          <p:nvPr>
            <p:ph type="body" idx="1"/>
          </p:nvPr>
        </p:nvSpPr>
        <p:spPr>
          <a:xfrm>
            <a:off x="1611888" y="4866113"/>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800"/>
              <a:buNone/>
              <a:defRPr/>
            </a:lvl1pPr>
            <a:lvl2pPr marL="914400" lvl="1" indent="-228600" algn="l">
              <a:spcBef>
                <a:spcPts val="240"/>
              </a:spcBef>
              <a:spcAft>
                <a:spcPts val="0"/>
              </a:spcAft>
              <a:buClr>
                <a:schemeClr val="dk1"/>
              </a:buClr>
              <a:buSzPts val="1800"/>
              <a:buNone/>
              <a:defRPr/>
            </a:lvl2pPr>
            <a:lvl3pPr marL="1371600" lvl="2" indent="-228600" algn="l">
              <a:spcBef>
                <a:spcPts val="200"/>
              </a:spcBef>
              <a:spcAft>
                <a:spcPts val="0"/>
              </a:spcAft>
              <a:buClr>
                <a:schemeClr val="dk1"/>
              </a:buClr>
              <a:buSzPts val="1800"/>
              <a:buNone/>
              <a:defRPr/>
            </a:lvl3pPr>
            <a:lvl4pPr marL="1828800" lvl="3" indent="-228600" algn="l">
              <a:spcBef>
                <a:spcPts val="180"/>
              </a:spcBef>
              <a:spcAft>
                <a:spcPts val="0"/>
              </a:spcAft>
              <a:buClr>
                <a:schemeClr val="dk1"/>
              </a:buClr>
              <a:buSzPts val="1800"/>
              <a:buNone/>
              <a:defRPr/>
            </a:lvl4pPr>
            <a:lvl5pPr marL="2286000" lvl="4" indent="-228600" algn="l">
              <a:spcBef>
                <a:spcPts val="180"/>
              </a:spcBef>
              <a:spcAft>
                <a:spcPts val="0"/>
              </a:spcAft>
              <a:buClr>
                <a:schemeClr val="dk1"/>
              </a:buClr>
              <a:buSzPts val="1800"/>
              <a:buNone/>
              <a:defRPr/>
            </a:lvl5pPr>
            <a:lvl6pPr marL="2743200" lvl="5" indent="-228600" algn="l">
              <a:spcBef>
                <a:spcPts val="180"/>
              </a:spcBef>
              <a:spcAft>
                <a:spcPts val="0"/>
              </a:spcAft>
              <a:buClr>
                <a:schemeClr val="dk1"/>
              </a:buClr>
              <a:buSzPts val="1800"/>
              <a:buNone/>
              <a:defRPr/>
            </a:lvl6pPr>
            <a:lvl7pPr marL="3200400" lvl="6" indent="-228600" algn="l">
              <a:spcBef>
                <a:spcPts val="180"/>
              </a:spcBef>
              <a:spcAft>
                <a:spcPts val="0"/>
              </a:spcAft>
              <a:buClr>
                <a:schemeClr val="dk1"/>
              </a:buClr>
              <a:buSzPts val="1800"/>
              <a:buNone/>
              <a:defRPr/>
            </a:lvl7pPr>
            <a:lvl8pPr marL="3657600" lvl="7" indent="-228600" algn="l">
              <a:spcBef>
                <a:spcPts val="180"/>
              </a:spcBef>
              <a:spcAft>
                <a:spcPts val="0"/>
              </a:spcAft>
              <a:buClr>
                <a:schemeClr val="dk1"/>
              </a:buClr>
              <a:buSzPts val="1800"/>
              <a:buNone/>
              <a:defRPr/>
            </a:lvl8pPr>
            <a:lvl9pPr marL="4114800" lvl="8" indent="-228600" algn="l">
              <a:spcBef>
                <a:spcPts val="180"/>
              </a:spcBef>
              <a:spcAft>
                <a:spcPts val="0"/>
              </a:spcAft>
              <a:buClr>
                <a:schemeClr val="dk1"/>
              </a:buClr>
              <a:buSzPts val="1800"/>
              <a:buNone/>
              <a:defRPr/>
            </a:lvl9pPr>
          </a:lstStyle>
          <a:p>
            <a:endParaRPr/>
          </a:p>
        </p:txBody>
      </p:sp>
      <p:grpSp>
        <p:nvGrpSpPr>
          <p:cNvPr id="146" name="Google Shape;146;p10"/>
          <p:cNvGrpSpPr/>
          <p:nvPr/>
        </p:nvGrpSpPr>
        <p:grpSpPr>
          <a:xfrm>
            <a:off x="787475" y="532476"/>
            <a:ext cx="1570808" cy="812152"/>
            <a:chOff x="0" y="-241102"/>
            <a:chExt cx="2094411" cy="1082869"/>
          </a:xfrm>
        </p:grpSpPr>
        <p:grpSp>
          <p:nvGrpSpPr>
            <p:cNvPr id="147" name="Google Shape;147;p10"/>
            <p:cNvGrpSpPr/>
            <p:nvPr/>
          </p:nvGrpSpPr>
          <p:grpSpPr>
            <a:xfrm>
              <a:off x="0" y="-241102"/>
              <a:ext cx="841388" cy="1082869"/>
              <a:chOff x="0" y="-47625"/>
              <a:chExt cx="166200" cy="213900"/>
            </a:xfrm>
          </p:grpSpPr>
          <p:sp>
            <p:nvSpPr>
              <p:cNvPr id="148" name="Google Shape;148;p10"/>
              <p:cNvSpPr/>
              <p:nvPr/>
            </p:nvSpPr>
            <p:spPr>
              <a:xfrm>
                <a:off x="0" y="0"/>
                <a:ext cx="166135" cy="166135"/>
              </a:xfrm>
              <a:custGeom>
                <a:avLst/>
                <a:gdLst/>
                <a:ahLst/>
                <a:cxnLst/>
                <a:rect l="l" t="t" r="r" b="b"/>
                <a:pathLst>
                  <a:path w="166135" h="166135" extrusionOk="0">
                    <a:moveTo>
                      <a:pt x="0" y="0"/>
                    </a:moveTo>
                    <a:lnTo>
                      <a:pt x="166135" y="0"/>
                    </a:lnTo>
                    <a:lnTo>
                      <a:pt x="166135" y="166135"/>
                    </a:lnTo>
                    <a:lnTo>
                      <a:pt x="0" y="166135"/>
                    </a:lnTo>
                    <a:close/>
                  </a:path>
                </a:pathLst>
              </a:custGeom>
              <a:solidFill>
                <a:srgbClr val="5271FF"/>
              </a:solidFill>
              <a:ln>
                <a:noFill/>
              </a:ln>
            </p:spPr>
          </p:sp>
          <p:sp>
            <p:nvSpPr>
              <p:cNvPr id="149" name="Google Shape;149;p10"/>
              <p:cNvSpPr txBox="1"/>
              <p:nvPr/>
            </p:nvSpPr>
            <p:spPr>
              <a:xfrm>
                <a:off x="0" y="-47625"/>
                <a:ext cx="166200" cy="213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0" name="Google Shape;150;p10"/>
            <p:cNvSpPr/>
            <p:nvPr/>
          </p:nvSpPr>
          <p:spPr>
            <a:xfrm>
              <a:off x="109769" y="80055"/>
              <a:ext cx="621522" cy="680950"/>
            </a:xfrm>
            <a:custGeom>
              <a:avLst/>
              <a:gdLst/>
              <a:ahLst/>
              <a:cxnLst/>
              <a:rect l="l" t="t" r="r" b="b"/>
              <a:pathLst>
                <a:path w="621522" h="680950" extrusionOk="0">
                  <a:moveTo>
                    <a:pt x="0" y="0"/>
                  </a:moveTo>
                  <a:lnTo>
                    <a:pt x="621522" y="0"/>
                  </a:lnTo>
                  <a:lnTo>
                    <a:pt x="621522" y="680950"/>
                  </a:lnTo>
                  <a:lnTo>
                    <a:pt x="0" y="680950"/>
                  </a:lnTo>
                  <a:lnTo>
                    <a:pt x="0" y="0"/>
                  </a:lnTo>
                  <a:close/>
                </a:path>
              </a:pathLst>
            </a:custGeom>
            <a:blipFill rotWithShape="1">
              <a:blip r:embed="rId2">
                <a:alphaModFix/>
              </a:blip>
              <a:stretch>
                <a:fillRect/>
              </a:stretch>
            </a:blipFill>
            <a:ln>
              <a:noFill/>
            </a:ln>
          </p:spPr>
        </p:sp>
        <p:sp>
          <p:nvSpPr>
            <p:cNvPr id="151" name="Google Shape;151;p10"/>
            <p:cNvSpPr txBox="1"/>
            <p:nvPr/>
          </p:nvSpPr>
          <p:spPr>
            <a:xfrm>
              <a:off x="1028211" y="103785"/>
              <a:ext cx="1066200" cy="62160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3029" b="0" i="0" u="none" strike="noStrike" cap="none">
                  <a:solidFill>
                    <a:srgbClr val="0F1A38"/>
                  </a:solidFill>
                  <a:latin typeface="Anton"/>
                  <a:ea typeface="Anton"/>
                  <a:cs typeface="Anton"/>
                  <a:sym typeface="Anton"/>
                </a:rPr>
                <a:t>LOGO</a:t>
              </a:r>
              <a:endParaRPr/>
            </a:p>
          </p:txBody>
        </p:sp>
      </p:grpSp>
      <p:sp>
        <p:nvSpPr>
          <p:cNvPr id="152" name="Google Shape;152;p10"/>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7200"/>
              <a:buFont typeface="Anton"/>
              <a:buNone/>
              <a:defRPr sz="7200" i="0" u="none" strike="noStrike" cap="none">
                <a:solidFill>
                  <a:schemeClr val="dk1"/>
                </a:solidFill>
                <a:latin typeface="Anton"/>
                <a:ea typeface="Anton"/>
                <a:cs typeface="Anton"/>
                <a:sym typeface="Anto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grpSp>
        <p:nvGrpSpPr>
          <p:cNvPr id="153" name="Google Shape;153;p10"/>
          <p:cNvGrpSpPr/>
          <p:nvPr/>
        </p:nvGrpSpPr>
        <p:grpSpPr>
          <a:xfrm rot="2700000">
            <a:off x="7569488" y="-2119717"/>
            <a:ext cx="2741727" cy="2922839"/>
            <a:chOff x="0" y="-47625"/>
            <a:chExt cx="722100" cy="769800"/>
          </a:xfrm>
        </p:grpSpPr>
        <p:sp>
          <p:nvSpPr>
            <p:cNvPr id="154" name="Google Shape;154;p1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155" name="Google Shape;155;p10"/>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6" name="Google Shape;156;p10"/>
          <p:cNvGrpSpPr/>
          <p:nvPr/>
        </p:nvGrpSpPr>
        <p:grpSpPr>
          <a:xfrm rot="2700000">
            <a:off x="14392704" y="8761814"/>
            <a:ext cx="2741727" cy="2922839"/>
            <a:chOff x="0" y="-47625"/>
            <a:chExt cx="722100" cy="769800"/>
          </a:xfrm>
        </p:grpSpPr>
        <p:sp>
          <p:nvSpPr>
            <p:cNvPr id="157" name="Google Shape;157;p1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158" name="Google Shape;158;p10"/>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9" name="Google Shape;159;p10"/>
          <p:cNvGrpSpPr/>
          <p:nvPr/>
        </p:nvGrpSpPr>
        <p:grpSpPr>
          <a:xfrm rot="2700000">
            <a:off x="17187731" y="1429787"/>
            <a:ext cx="2741727" cy="2922839"/>
            <a:chOff x="0" y="-47625"/>
            <a:chExt cx="722100" cy="769800"/>
          </a:xfrm>
        </p:grpSpPr>
        <p:sp>
          <p:nvSpPr>
            <p:cNvPr id="160" name="Google Shape;160;p1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161" name="Google Shape;161;p10"/>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2" name="Google Shape;162;p10"/>
          <p:cNvGrpSpPr/>
          <p:nvPr/>
        </p:nvGrpSpPr>
        <p:grpSpPr>
          <a:xfrm rot="2700000">
            <a:off x="5898338" y="9671743"/>
            <a:ext cx="2741727" cy="2922839"/>
            <a:chOff x="0" y="-47625"/>
            <a:chExt cx="722100" cy="769800"/>
          </a:xfrm>
        </p:grpSpPr>
        <p:sp>
          <p:nvSpPr>
            <p:cNvPr id="163" name="Google Shape;163;p1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164" name="Google Shape;164;p10"/>
            <p:cNvSpPr txBox="1"/>
            <p:nvPr/>
          </p:nvSpPr>
          <p:spPr>
            <a:xfrm>
              <a:off x="0" y="-47625"/>
              <a:ext cx="722100" cy="769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05600" y="1888700"/>
            <a:ext cx="98241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chemeClr val="dk1"/>
              </a:buClr>
              <a:buSzPts val="7200"/>
              <a:buFont typeface="Anton"/>
              <a:buNone/>
              <a:defRPr sz="7200" i="0" u="none" strike="noStrike" cap="none">
                <a:solidFill>
                  <a:schemeClr val="dk1"/>
                </a:solidFill>
                <a:latin typeface="Anton"/>
                <a:ea typeface="Anton"/>
                <a:cs typeface="Anton"/>
                <a:sym typeface="Anto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029200" y="4804050"/>
            <a:ext cx="8229600" cy="4526100"/>
          </a:xfrm>
          <a:prstGeom prst="rect">
            <a:avLst/>
          </a:prstGeom>
          <a:noFill/>
          <a:ln>
            <a:noFill/>
          </a:ln>
        </p:spPr>
        <p:txBody>
          <a:bodyPr spcFirstLastPara="1" wrap="square" lIns="91425" tIns="45700" rIns="91425" bIns="45700" anchor="t" anchorCtr="0">
            <a:normAutofit/>
          </a:bodyPr>
          <a:lstStyle>
            <a:lvl1pPr marL="457200" marR="0" lvl="0" indent="-342900" algn="l" rtl="0">
              <a:spcBef>
                <a:spcPts val="64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1pPr>
            <a:lvl2pPr marL="914400" marR="0" lvl="1" indent="-342900" algn="l" rtl="0">
              <a:spcBef>
                <a:spcPts val="56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2pPr>
            <a:lvl3pPr marL="1371600" marR="0" lvl="2" indent="-342900" algn="l" rtl="0">
              <a:spcBef>
                <a:spcPts val="48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3pPr>
            <a:lvl4pPr marL="1828800" marR="0" lvl="3" indent="-342900" algn="l" rtl="0">
              <a:spcBef>
                <a:spcPts val="40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4pPr>
            <a:lvl5pPr marL="2286000" marR="0" lvl="4" indent="-342900" algn="l" rtl="0">
              <a:spcBef>
                <a:spcPts val="40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5pPr>
            <a:lvl6pPr marL="2743200" marR="0" lvl="5" indent="-342900" algn="l" rtl="0">
              <a:spcBef>
                <a:spcPts val="40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6pPr>
            <a:lvl7pPr marL="3200400" marR="0" lvl="6" indent="-342900" algn="l" rtl="0">
              <a:spcBef>
                <a:spcPts val="40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7pPr>
            <a:lvl8pPr marL="3657600" marR="0" lvl="7" indent="-342900" algn="l" rtl="0">
              <a:spcBef>
                <a:spcPts val="40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8pPr>
            <a:lvl9pPr marL="4114800" marR="0" lvl="8" indent="-342900" algn="l" rtl="0">
              <a:spcBef>
                <a:spcPts val="400"/>
              </a:spcBef>
              <a:spcAft>
                <a:spcPts val="0"/>
              </a:spcAft>
              <a:buClr>
                <a:schemeClr val="dk1"/>
              </a:buClr>
              <a:buSzPts val="1800"/>
              <a:buFont typeface="Anton"/>
              <a:buChar char="•"/>
              <a:defRPr sz="1800" i="0" u="none" strike="noStrike" cap="none">
                <a:solidFill>
                  <a:schemeClr val="dk1"/>
                </a:solidFill>
                <a:latin typeface="Anton"/>
                <a:ea typeface="Anton"/>
                <a:cs typeface="Anton"/>
                <a:sym typeface="Anto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marketplace.microsoft.com/ja-jp/product/office/WA200008736?tab=Overview"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8"/>
        <p:cNvGrpSpPr/>
        <p:nvPr/>
      </p:nvGrpSpPr>
      <p:grpSpPr>
        <a:xfrm>
          <a:off x="0" y="0"/>
          <a:ext cx="0" cy="0"/>
          <a:chOff x="0" y="0"/>
          <a:chExt cx="0" cy="0"/>
        </a:xfrm>
      </p:grpSpPr>
      <p:pic>
        <p:nvPicPr>
          <p:cNvPr id="2" name="Picture 1">
            <a:extLst>
              <a:ext uri="{FF2B5EF4-FFF2-40B4-BE49-F238E27FC236}">
                <a16:creationId xmlns:a16="http://schemas.microsoft.com/office/drawing/2014/main" id="{957F80B0-81C5-A2C8-D2A4-A34E0481CF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2872" y="-1367108"/>
            <a:ext cx="14081477" cy="14641157"/>
          </a:xfrm>
          <a:prstGeom prst="rect">
            <a:avLst/>
          </a:prstGeom>
        </p:spPr>
      </p:pic>
      <p:grpSp>
        <p:nvGrpSpPr>
          <p:cNvPr id="170" name="Google Shape;170;p11"/>
          <p:cNvGrpSpPr/>
          <p:nvPr/>
        </p:nvGrpSpPr>
        <p:grpSpPr>
          <a:xfrm rot="-2981227">
            <a:off x="2748650" y="-6855256"/>
            <a:ext cx="10685669" cy="34175000"/>
            <a:chOff x="0" y="-47625"/>
            <a:chExt cx="2814333" cy="9000823"/>
          </a:xfrm>
        </p:grpSpPr>
        <p:sp>
          <p:nvSpPr>
            <p:cNvPr id="171" name="Google Shape;171;p11"/>
            <p:cNvSpPr/>
            <p:nvPr/>
          </p:nvSpPr>
          <p:spPr>
            <a:xfrm>
              <a:off x="0" y="0"/>
              <a:ext cx="2814332" cy="8953198"/>
            </a:xfrm>
            <a:custGeom>
              <a:avLst/>
              <a:gdLst/>
              <a:ahLst/>
              <a:cxnLst/>
              <a:rect l="l" t="t" r="r" b="b"/>
              <a:pathLst>
                <a:path w="2814332" h="8953198" extrusionOk="0">
                  <a:moveTo>
                    <a:pt x="0" y="0"/>
                  </a:moveTo>
                  <a:lnTo>
                    <a:pt x="2814332" y="0"/>
                  </a:lnTo>
                  <a:lnTo>
                    <a:pt x="2814332" y="8953198"/>
                  </a:lnTo>
                  <a:lnTo>
                    <a:pt x="0" y="8953198"/>
                  </a:lnTo>
                  <a:close/>
                </a:path>
              </a:pathLst>
            </a:custGeom>
            <a:solidFill>
              <a:srgbClr val="0F1A38"/>
            </a:solidFill>
            <a:ln>
              <a:noFill/>
            </a:ln>
          </p:spPr>
        </p:sp>
        <p:sp>
          <p:nvSpPr>
            <p:cNvPr id="172" name="Google Shape;172;p11"/>
            <p:cNvSpPr txBox="1"/>
            <p:nvPr/>
          </p:nvSpPr>
          <p:spPr>
            <a:xfrm>
              <a:off x="0" y="-47625"/>
              <a:ext cx="2814333" cy="900082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3" name="Google Shape;173;p11"/>
          <p:cNvGrpSpPr/>
          <p:nvPr/>
        </p:nvGrpSpPr>
        <p:grpSpPr>
          <a:xfrm rot="-2981227">
            <a:off x="14174405" y="-18609474"/>
            <a:ext cx="8493517" cy="34175000"/>
            <a:chOff x="0" y="-47625"/>
            <a:chExt cx="2236976" cy="9000823"/>
          </a:xfrm>
        </p:grpSpPr>
        <p:sp>
          <p:nvSpPr>
            <p:cNvPr id="174" name="Google Shape;174;p11"/>
            <p:cNvSpPr/>
            <p:nvPr/>
          </p:nvSpPr>
          <p:spPr>
            <a:xfrm>
              <a:off x="0" y="0"/>
              <a:ext cx="2236976" cy="8953198"/>
            </a:xfrm>
            <a:custGeom>
              <a:avLst/>
              <a:gdLst/>
              <a:ahLst/>
              <a:cxnLst/>
              <a:rect l="l" t="t" r="r" b="b"/>
              <a:pathLst>
                <a:path w="2236976" h="8953198" extrusionOk="0">
                  <a:moveTo>
                    <a:pt x="0" y="0"/>
                  </a:moveTo>
                  <a:lnTo>
                    <a:pt x="2236976" y="0"/>
                  </a:lnTo>
                  <a:lnTo>
                    <a:pt x="2236976" y="8953198"/>
                  </a:lnTo>
                  <a:lnTo>
                    <a:pt x="0" y="8953198"/>
                  </a:lnTo>
                  <a:close/>
                </a:path>
              </a:pathLst>
            </a:custGeom>
            <a:solidFill>
              <a:srgbClr val="0F1A38"/>
            </a:solidFill>
            <a:ln>
              <a:noFill/>
            </a:ln>
          </p:spPr>
        </p:sp>
        <p:sp>
          <p:nvSpPr>
            <p:cNvPr id="175" name="Google Shape;175;p11"/>
            <p:cNvSpPr txBox="1"/>
            <p:nvPr/>
          </p:nvSpPr>
          <p:spPr>
            <a:xfrm>
              <a:off x="0" y="-47625"/>
              <a:ext cx="2236976" cy="900082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11"/>
          <p:cNvGrpSpPr/>
          <p:nvPr/>
        </p:nvGrpSpPr>
        <p:grpSpPr>
          <a:xfrm rot="2700000">
            <a:off x="12895306" y="7364297"/>
            <a:ext cx="5498471" cy="5679297"/>
            <a:chOff x="0" y="-47625"/>
            <a:chExt cx="1448157" cy="1495782"/>
          </a:xfrm>
        </p:grpSpPr>
        <p:sp>
          <p:nvSpPr>
            <p:cNvPr id="177" name="Google Shape;177;p11"/>
            <p:cNvSpPr/>
            <p:nvPr/>
          </p:nvSpPr>
          <p:spPr>
            <a:xfrm>
              <a:off x="0" y="0"/>
              <a:ext cx="1448157" cy="1448157"/>
            </a:xfrm>
            <a:custGeom>
              <a:avLst/>
              <a:gdLst/>
              <a:ahLst/>
              <a:cxnLst/>
              <a:rect l="l" t="t" r="r" b="b"/>
              <a:pathLst>
                <a:path w="1448157" h="1448157" extrusionOk="0">
                  <a:moveTo>
                    <a:pt x="0" y="0"/>
                  </a:moveTo>
                  <a:lnTo>
                    <a:pt x="1448157" y="0"/>
                  </a:lnTo>
                  <a:lnTo>
                    <a:pt x="1448157" y="1448157"/>
                  </a:lnTo>
                  <a:lnTo>
                    <a:pt x="0" y="1448157"/>
                  </a:lnTo>
                  <a:close/>
                </a:path>
              </a:pathLst>
            </a:custGeom>
            <a:solidFill>
              <a:srgbClr val="5271FF"/>
            </a:solidFill>
            <a:ln>
              <a:noFill/>
            </a:ln>
          </p:spPr>
        </p:sp>
        <p:sp>
          <p:nvSpPr>
            <p:cNvPr id="178" name="Google Shape;178;p11"/>
            <p:cNvSpPr txBox="1"/>
            <p:nvPr/>
          </p:nvSpPr>
          <p:spPr>
            <a:xfrm>
              <a:off x="0" y="-47625"/>
              <a:ext cx="1448157" cy="149578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11"/>
          <p:cNvGrpSpPr/>
          <p:nvPr/>
        </p:nvGrpSpPr>
        <p:grpSpPr>
          <a:xfrm rot="2700000">
            <a:off x="-5544610" y="-411715"/>
            <a:ext cx="5498471" cy="5679297"/>
            <a:chOff x="0" y="-47625"/>
            <a:chExt cx="1448157" cy="1495782"/>
          </a:xfrm>
        </p:grpSpPr>
        <p:sp>
          <p:nvSpPr>
            <p:cNvPr id="180" name="Google Shape;180;p11"/>
            <p:cNvSpPr/>
            <p:nvPr/>
          </p:nvSpPr>
          <p:spPr>
            <a:xfrm>
              <a:off x="0" y="0"/>
              <a:ext cx="1448157" cy="1448157"/>
            </a:xfrm>
            <a:custGeom>
              <a:avLst/>
              <a:gdLst/>
              <a:ahLst/>
              <a:cxnLst/>
              <a:rect l="l" t="t" r="r" b="b"/>
              <a:pathLst>
                <a:path w="1448157" h="1448157" extrusionOk="0">
                  <a:moveTo>
                    <a:pt x="0" y="0"/>
                  </a:moveTo>
                  <a:lnTo>
                    <a:pt x="1448157" y="0"/>
                  </a:lnTo>
                  <a:lnTo>
                    <a:pt x="1448157" y="1448157"/>
                  </a:lnTo>
                  <a:lnTo>
                    <a:pt x="0" y="1448157"/>
                  </a:lnTo>
                  <a:close/>
                </a:path>
              </a:pathLst>
            </a:custGeom>
            <a:solidFill>
              <a:srgbClr val="5271FF"/>
            </a:solidFill>
            <a:ln>
              <a:noFill/>
            </a:ln>
          </p:spPr>
        </p:sp>
        <p:sp>
          <p:nvSpPr>
            <p:cNvPr id="181" name="Google Shape;181;p11"/>
            <p:cNvSpPr txBox="1"/>
            <p:nvPr/>
          </p:nvSpPr>
          <p:spPr>
            <a:xfrm>
              <a:off x="0" y="-47625"/>
              <a:ext cx="1448157" cy="149578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11"/>
          <p:cNvGrpSpPr/>
          <p:nvPr/>
        </p:nvGrpSpPr>
        <p:grpSpPr>
          <a:xfrm rot="2700000">
            <a:off x="7485039" y="-1987613"/>
            <a:ext cx="2296458" cy="2477284"/>
            <a:chOff x="0" y="-47625"/>
            <a:chExt cx="604828" cy="652453"/>
          </a:xfrm>
        </p:grpSpPr>
        <p:sp>
          <p:nvSpPr>
            <p:cNvPr id="183" name="Google Shape;183;p11"/>
            <p:cNvSpPr/>
            <p:nvPr/>
          </p:nvSpPr>
          <p:spPr>
            <a:xfrm>
              <a:off x="0" y="0"/>
              <a:ext cx="604828" cy="604828"/>
            </a:xfrm>
            <a:custGeom>
              <a:avLst/>
              <a:gdLst/>
              <a:ahLst/>
              <a:cxnLst/>
              <a:rect l="l" t="t" r="r" b="b"/>
              <a:pathLst>
                <a:path w="604828" h="604828" extrusionOk="0">
                  <a:moveTo>
                    <a:pt x="0" y="0"/>
                  </a:moveTo>
                  <a:lnTo>
                    <a:pt x="604828" y="0"/>
                  </a:lnTo>
                  <a:lnTo>
                    <a:pt x="604828" y="604828"/>
                  </a:lnTo>
                  <a:lnTo>
                    <a:pt x="0" y="604828"/>
                  </a:lnTo>
                  <a:close/>
                </a:path>
              </a:pathLst>
            </a:custGeom>
            <a:solidFill>
              <a:srgbClr val="5271FF"/>
            </a:solidFill>
            <a:ln>
              <a:noFill/>
            </a:ln>
          </p:spPr>
        </p:sp>
        <p:sp>
          <p:nvSpPr>
            <p:cNvPr id="184" name="Google Shape;184;p11"/>
            <p:cNvSpPr txBox="1"/>
            <p:nvPr/>
          </p:nvSpPr>
          <p:spPr>
            <a:xfrm>
              <a:off x="0" y="-47625"/>
              <a:ext cx="604828" cy="65245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11"/>
          <p:cNvGrpSpPr/>
          <p:nvPr/>
        </p:nvGrpSpPr>
        <p:grpSpPr>
          <a:xfrm rot="2700000">
            <a:off x="9363129" y="9121792"/>
            <a:ext cx="5498471" cy="5679297"/>
            <a:chOff x="0" y="-47625"/>
            <a:chExt cx="1448157" cy="1495782"/>
          </a:xfrm>
        </p:grpSpPr>
        <p:sp>
          <p:nvSpPr>
            <p:cNvPr id="186" name="Google Shape;186;p11"/>
            <p:cNvSpPr/>
            <p:nvPr/>
          </p:nvSpPr>
          <p:spPr>
            <a:xfrm>
              <a:off x="0" y="0"/>
              <a:ext cx="1448157" cy="1448157"/>
            </a:xfrm>
            <a:custGeom>
              <a:avLst/>
              <a:gdLst/>
              <a:ahLst/>
              <a:cxnLst/>
              <a:rect l="l" t="t" r="r" b="b"/>
              <a:pathLst>
                <a:path w="1448157" h="1448157" extrusionOk="0">
                  <a:moveTo>
                    <a:pt x="0" y="0"/>
                  </a:moveTo>
                  <a:lnTo>
                    <a:pt x="1448157" y="0"/>
                  </a:lnTo>
                  <a:lnTo>
                    <a:pt x="1448157" y="1448157"/>
                  </a:lnTo>
                  <a:lnTo>
                    <a:pt x="0" y="1448157"/>
                  </a:lnTo>
                  <a:close/>
                </a:path>
              </a:pathLst>
            </a:custGeom>
            <a:solidFill>
              <a:srgbClr val="545454"/>
            </a:solidFill>
            <a:ln>
              <a:noFill/>
            </a:ln>
          </p:spPr>
        </p:sp>
        <p:sp>
          <p:nvSpPr>
            <p:cNvPr id="187" name="Google Shape;187;p11"/>
            <p:cNvSpPr txBox="1"/>
            <p:nvPr/>
          </p:nvSpPr>
          <p:spPr>
            <a:xfrm>
              <a:off x="0" y="-47625"/>
              <a:ext cx="1448157" cy="149578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11"/>
          <p:cNvSpPr txBox="1"/>
          <p:nvPr/>
        </p:nvSpPr>
        <p:spPr>
          <a:xfrm>
            <a:off x="1242422" y="2075704"/>
            <a:ext cx="7140900" cy="434708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62" b="0" i="0" u="none" strike="noStrike" cap="none" dirty="0">
                <a:solidFill>
                  <a:srgbClr val="FFFFFF"/>
                </a:solidFill>
                <a:latin typeface="Anton"/>
                <a:ea typeface="Anton"/>
                <a:cs typeface="Anton"/>
                <a:sym typeface="Anton"/>
              </a:rPr>
              <a:t>SMART LIBRARY MANAGEMENT SYSTEM</a:t>
            </a:r>
          </a:p>
          <a:p>
            <a:pPr marL="0" marR="0" lvl="0" indent="0" algn="l" rtl="0">
              <a:lnSpc>
                <a:spcPct val="100000"/>
              </a:lnSpc>
              <a:spcBef>
                <a:spcPts val="0"/>
              </a:spcBef>
              <a:spcAft>
                <a:spcPts val="0"/>
              </a:spcAft>
              <a:buNone/>
            </a:pPr>
            <a:r>
              <a:rPr lang="en-US" sz="7062" b="0" i="0" u="none" strike="noStrike" cap="none" dirty="0">
                <a:solidFill>
                  <a:srgbClr val="5271FF"/>
                </a:solidFill>
                <a:latin typeface="Anton"/>
                <a:ea typeface="Anton"/>
                <a:cs typeface="Anton"/>
                <a:sym typeface="Anton"/>
              </a:rPr>
              <a:t>Internship Project</a:t>
            </a:r>
            <a:endParaRPr dirty="0"/>
          </a:p>
        </p:txBody>
      </p:sp>
      <p:sp>
        <p:nvSpPr>
          <p:cNvPr id="195" name="Google Shape;195;p11"/>
          <p:cNvSpPr txBox="1"/>
          <p:nvPr/>
        </p:nvSpPr>
        <p:spPr>
          <a:xfrm>
            <a:off x="1278646" y="7637151"/>
            <a:ext cx="7354622" cy="12926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FFFFFF"/>
                </a:solidFill>
                <a:latin typeface="Montserrat"/>
                <a:ea typeface="Montserrat"/>
                <a:cs typeface="Montserrat"/>
                <a:sym typeface="Montserrat"/>
              </a:rPr>
              <a:t>Presented by:</a:t>
            </a:r>
            <a:br>
              <a:rPr lang="en-US" sz="2800" b="0" i="0" u="none" strike="noStrike" cap="none" dirty="0">
                <a:solidFill>
                  <a:srgbClr val="FFFFFF"/>
                </a:solidFill>
                <a:latin typeface="Montserrat"/>
                <a:ea typeface="Montserrat"/>
                <a:cs typeface="Montserrat"/>
                <a:sym typeface="Montserrat"/>
              </a:rPr>
            </a:br>
            <a:r>
              <a:rPr lang="en-US" sz="2800" b="0" i="0" u="none" strike="noStrike" cap="none" dirty="0">
                <a:solidFill>
                  <a:srgbClr val="FFFFFF"/>
                </a:solidFill>
                <a:latin typeface="Montserrat"/>
                <a:ea typeface="Montserrat"/>
                <a:cs typeface="Montserrat"/>
                <a:sym typeface="Montserrat"/>
              </a:rPr>
              <a:t>Amritansh Krishn Asthana (AL-3A)</a:t>
            </a:r>
          </a:p>
          <a:p>
            <a:pPr marL="0" marR="0" lvl="0" indent="0" algn="l" rtl="0">
              <a:lnSpc>
                <a:spcPct val="100000"/>
              </a:lnSpc>
              <a:spcBef>
                <a:spcPts val="0"/>
              </a:spcBef>
              <a:spcAft>
                <a:spcPts val="0"/>
              </a:spcAft>
              <a:buNone/>
            </a:pPr>
            <a:r>
              <a:rPr lang="en-US" sz="2800" dirty="0">
                <a:solidFill>
                  <a:srgbClr val="FFFFFF"/>
                </a:solidFill>
                <a:latin typeface="Montserrat"/>
                <a:sym typeface="Montserrat"/>
              </a:rPr>
              <a:t>Domain: AI-ML</a:t>
            </a:r>
          </a:p>
        </p:txBody>
      </p:sp>
      <p:sp>
        <p:nvSpPr>
          <p:cNvPr id="3" name="Google Shape;195;p11">
            <a:extLst>
              <a:ext uri="{FF2B5EF4-FFF2-40B4-BE49-F238E27FC236}">
                <a16:creationId xmlns:a16="http://schemas.microsoft.com/office/drawing/2014/main" id="{C587F05C-EC6F-5FA6-AEFE-291176179325}"/>
              </a:ext>
            </a:extLst>
          </p:cNvPr>
          <p:cNvSpPr txBox="1"/>
          <p:nvPr/>
        </p:nvSpPr>
        <p:spPr>
          <a:xfrm>
            <a:off x="1278646" y="6550655"/>
            <a:ext cx="7354622" cy="86177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FFFFFF"/>
                </a:solidFill>
                <a:latin typeface="Montserrat"/>
                <a:ea typeface="Montserrat"/>
                <a:cs typeface="Montserrat"/>
                <a:sym typeface="Montserrat"/>
              </a:rPr>
              <a:t>Submitted to:</a:t>
            </a:r>
            <a:br>
              <a:rPr lang="en-US" sz="2800" b="0" i="0" u="none" strike="noStrike" cap="none" dirty="0">
                <a:solidFill>
                  <a:srgbClr val="FFFFFF"/>
                </a:solidFill>
                <a:latin typeface="Montserrat"/>
                <a:ea typeface="Montserrat"/>
                <a:cs typeface="Montserrat"/>
                <a:sym typeface="Montserrat"/>
              </a:rPr>
            </a:br>
            <a:r>
              <a:rPr lang="en-US" sz="2800" b="0" i="0" u="none" strike="noStrike" cap="none" dirty="0">
                <a:solidFill>
                  <a:srgbClr val="FFFFFF"/>
                </a:solidFill>
                <a:latin typeface="Montserrat"/>
                <a:ea typeface="Montserrat"/>
                <a:cs typeface="Montserrat"/>
                <a:sym typeface="Montserrat"/>
              </a:rPr>
              <a:t>Mr. Harshit Raj</a:t>
            </a:r>
            <a:endParaRPr lang="en-US" sz="2800" dirty="0">
              <a:solidFill>
                <a:srgbClr val="FFFFFF"/>
              </a:solidFill>
              <a:latin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15902F0E-DEEA-A0CD-4498-E04B3327211F}"/>
            </a:ext>
          </a:extLst>
        </p:cNvPr>
        <p:cNvGrpSpPr/>
        <p:nvPr/>
      </p:nvGrpSpPr>
      <p:grpSpPr>
        <a:xfrm>
          <a:off x="0" y="0"/>
          <a:ext cx="0" cy="0"/>
          <a:chOff x="0" y="0"/>
          <a:chExt cx="0" cy="0"/>
        </a:xfrm>
      </p:grpSpPr>
      <p:sp>
        <p:nvSpPr>
          <p:cNvPr id="486" name="Google Shape;486;p20">
            <a:extLst>
              <a:ext uri="{FF2B5EF4-FFF2-40B4-BE49-F238E27FC236}">
                <a16:creationId xmlns:a16="http://schemas.microsoft.com/office/drawing/2014/main" id="{8B183A79-9AE2-1277-0577-9453B91B91D0}"/>
              </a:ext>
            </a:extLst>
          </p:cNvPr>
          <p:cNvSpPr txBox="1"/>
          <p:nvPr/>
        </p:nvSpPr>
        <p:spPr>
          <a:xfrm>
            <a:off x="824429" y="889212"/>
            <a:ext cx="7830360" cy="1329595"/>
          </a:xfrm>
          <a:prstGeom prst="rect">
            <a:avLst/>
          </a:prstGeom>
          <a:noFill/>
          <a:ln>
            <a:noFill/>
          </a:ln>
        </p:spPr>
        <p:txBody>
          <a:bodyPr spcFirstLastPara="1" wrap="square" lIns="0" tIns="0" rIns="0" bIns="0" anchor="t" anchorCtr="0">
            <a:spAutoFit/>
          </a:bodyPr>
          <a:lstStyle/>
          <a:p>
            <a:pPr lvl="0">
              <a:lnSpc>
                <a:spcPct val="120000"/>
              </a:lnSpc>
            </a:pPr>
            <a:r>
              <a:rPr lang="en-US" sz="7200" dirty="0">
                <a:solidFill>
                  <a:srgbClr val="0F1A38"/>
                </a:solidFill>
                <a:latin typeface="Anton"/>
                <a:ea typeface="Anton"/>
                <a:cs typeface="Anton"/>
                <a:sym typeface="Anton"/>
              </a:rPr>
              <a:t>ACKNOWLEDGEMENT</a:t>
            </a:r>
            <a:endParaRPr dirty="0"/>
          </a:p>
        </p:txBody>
      </p:sp>
      <p:sp>
        <p:nvSpPr>
          <p:cNvPr id="489" name="Google Shape;489;p20">
            <a:extLst>
              <a:ext uri="{FF2B5EF4-FFF2-40B4-BE49-F238E27FC236}">
                <a16:creationId xmlns:a16="http://schemas.microsoft.com/office/drawing/2014/main" id="{41960FD3-295D-190B-B621-6DA608B72D79}"/>
              </a:ext>
            </a:extLst>
          </p:cNvPr>
          <p:cNvSpPr txBox="1"/>
          <p:nvPr/>
        </p:nvSpPr>
        <p:spPr>
          <a:xfrm>
            <a:off x="515008" y="1825668"/>
            <a:ext cx="10428008" cy="8445389"/>
          </a:xfrm>
          <a:prstGeom prst="rect">
            <a:avLst/>
          </a:prstGeom>
          <a:noFill/>
          <a:ln>
            <a:noFill/>
          </a:ln>
        </p:spPr>
        <p:txBody>
          <a:bodyPr spcFirstLastPara="1" wrap="square" lIns="0" tIns="0" rIns="0" bIns="0" anchor="t" anchorCtr="0">
            <a:spAutoFit/>
          </a:bodyPr>
          <a:lstStyle/>
          <a:p>
            <a:pPr lvl="0" algn="just">
              <a:lnSpc>
                <a:spcPct val="140000"/>
              </a:lnSpc>
            </a:pPr>
            <a:r>
              <a:rPr lang="en-US" sz="2800" dirty="0">
                <a:solidFill>
                  <a:srgbClr val="0F1A38"/>
                </a:solidFill>
                <a:latin typeface="Montserrat"/>
                <a:ea typeface="Montserrat"/>
                <a:cs typeface="Montserrat"/>
                <a:sym typeface="Montserrat"/>
              </a:rPr>
              <a:t>My heartfelt gratitude to my </a:t>
            </a:r>
            <a:r>
              <a:rPr lang="en-US" sz="2800" b="1" dirty="0">
                <a:solidFill>
                  <a:srgbClr val="0F1A38"/>
                </a:solidFill>
                <a:latin typeface="Montserrat"/>
                <a:ea typeface="Montserrat"/>
                <a:cs typeface="Montserrat"/>
                <a:sym typeface="Montserrat"/>
              </a:rPr>
              <a:t>Course Coordinator Er. Aayush P. Singh</a:t>
            </a:r>
            <a:r>
              <a:rPr lang="en-US" sz="2800" dirty="0">
                <a:solidFill>
                  <a:srgbClr val="0F1A38"/>
                </a:solidFill>
                <a:latin typeface="Montserrat"/>
                <a:ea typeface="Montserrat"/>
                <a:cs typeface="Montserrat"/>
                <a:sym typeface="Montserrat"/>
              </a:rPr>
              <a:t> and my </a:t>
            </a:r>
            <a:r>
              <a:rPr lang="en-US" sz="2800" b="1" dirty="0">
                <a:solidFill>
                  <a:srgbClr val="0F1A38"/>
                </a:solidFill>
                <a:latin typeface="Montserrat"/>
                <a:ea typeface="Montserrat"/>
                <a:cs typeface="Montserrat"/>
                <a:sym typeface="Montserrat"/>
              </a:rPr>
              <a:t>Internship Instructor Er. Harshit Raj</a:t>
            </a:r>
            <a:r>
              <a:rPr lang="en-US" sz="2800" dirty="0">
                <a:solidFill>
                  <a:srgbClr val="0F1A38"/>
                </a:solidFill>
                <a:latin typeface="Montserrat"/>
                <a:ea typeface="Montserrat"/>
                <a:cs typeface="Montserrat"/>
                <a:sym typeface="Montserrat"/>
              </a:rPr>
              <a:t> for providing me with the golden opportunity to present my project on </a:t>
            </a:r>
            <a:r>
              <a:rPr lang="en-US" sz="2800" b="1" dirty="0">
                <a:solidFill>
                  <a:srgbClr val="0F1A38"/>
                </a:solidFill>
                <a:latin typeface="Montserrat"/>
                <a:ea typeface="Montserrat"/>
                <a:cs typeface="Montserrat"/>
                <a:sym typeface="Montserrat"/>
              </a:rPr>
              <a:t>Artificial Intelligence and Machine Learning</a:t>
            </a:r>
            <a:r>
              <a:rPr lang="en-US" sz="2800" dirty="0">
                <a:solidFill>
                  <a:srgbClr val="0F1A38"/>
                </a:solidFill>
                <a:latin typeface="Montserrat"/>
                <a:ea typeface="Montserrat"/>
                <a:cs typeface="Montserrat"/>
                <a:sym typeface="Montserrat"/>
              </a:rPr>
              <a:t>. </a:t>
            </a:r>
          </a:p>
          <a:p>
            <a:pPr lvl="0" algn="just">
              <a:lnSpc>
                <a:spcPct val="140000"/>
              </a:lnSpc>
            </a:pPr>
            <a:r>
              <a:rPr lang="en-US" sz="2800" dirty="0">
                <a:solidFill>
                  <a:srgbClr val="0F1A38"/>
                </a:solidFill>
                <a:latin typeface="Montserrat"/>
                <a:ea typeface="Montserrat"/>
                <a:cs typeface="Montserrat"/>
                <a:sym typeface="Montserrat"/>
              </a:rPr>
              <a:t>It is truly a pristine honor for me to learn, develop and deploy the revolutionary concepts of Artificial Intelligence together with my Instructor and equip myself with both theoretical and practical knowledge. This Internship paved a way for me in exploring the bigger boundaries of AI. </a:t>
            </a:r>
          </a:p>
          <a:p>
            <a:pPr lvl="0" algn="just">
              <a:lnSpc>
                <a:spcPct val="140000"/>
              </a:lnSpc>
            </a:pPr>
            <a:r>
              <a:rPr lang="en-US" sz="2800" dirty="0">
                <a:solidFill>
                  <a:srgbClr val="0F1A38"/>
                </a:solidFill>
                <a:latin typeface="Montserrat"/>
                <a:ea typeface="Montserrat"/>
                <a:cs typeface="Montserrat"/>
                <a:sym typeface="Montserrat"/>
              </a:rPr>
              <a:t>A warmful regard and acknowledgement to my mother and colleagues who inspired and aided me in fulfilling this assignment in the nick of time.</a:t>
            </a:r>
          </a:p>
        </p:txBody>
      </p:sp>
      <p:grpSp>
        <p:nvGrpSpPr>
          <p:cNvPr id="500" name="Google Shape;500;p20">
            <a:extLst>
              <a:ext uri="{FF2B5EF4-FFF2-40B4-BE49-F238E27FC236}">
                <a16:creationId xmlns:a16="http://schemas.microsoft.com/office/drawing/2014/main" id="{B30A5E3C-B979-A093-2B55-7594D7780BE8}"/>
              </a:ext>
            </a:extLst>
          </p:cNvPr>
          <p:cNvGrpSpPr/>
          <p:nvPr/>
        </p:nvGrpSpPr>
        <p:grpSpPr>
          <a:xfrm rot="-2981227">
            <a:off x="15996017" y="-13944338"/>
            <a:ext cx="14275800" cy="34175000"/>
            <a:chOff x="0" y="-47625"/>
            <a:chExt cx="3759881" cy="9000823"/>
          </a:xfrm>
        </p:grpSpPr>
        <p:sp>
          <p:nvSpPr>
            <p:cNvPr id="501" name="Google Shape;501;p20">
              <a:extLst>
                <a:ext uri="{FF2B5EF4-FFF2-40B4-BE49-F238E27FC236}">
                  <a16:creationId xmlns:a16="http://schemas.microsoft.com/office/drawing/2014/main" id="{BA3C5E44-88E7-CD2B-0EFF-2482229F292B}"/>
                </a:ext>
              </a:extLst>
            </p:cNvPr>
            <p:cNvSpPr/>
            <p:nvPr/>
          </p:nvSpPr>
          <p:spPr>
            <a:xfrm>
              <a:off x="0" y="0"/>
              <a:ext cx="3759881" cy="8953198"/>
            </a:xfrm>
            <a:custGeom>
              <a:avLst/>
              <a:gdLst/>
              <a:ahLst/>
              <a:cxnLst/>
              <a:rect l="l" t="t" r="r" b="b"/>
              <a:pathLst>
                <a:path w="3759881" h="8953198" extrusionOk="0">
                  <a:moveTo>
                    <a:pt x="0" y="0"/>
                  </a:moveTo>
                  <a:lnTo>
                    <a:pt x="3759881" y="0"/>
                  </a:lnTo>
                  <a:lnTo>
                    <a:pt x="3759881" y="8953198"/>
                  </a:lnTo>
                  <a:lnTo>
                    <a:pt x="0" y="8953198"/>
                  </a:lnTo>
                  <a:close/>
                </a:path>
              </a:pathLst>
            </a:custGeom>
            <a:solidFill>
              <a:srgbClr val="0F1A38"/>
            </a:solidFill>
            <a:ln>
              <a:noFill/>
            </a:ln>
          </p:spPr>
        </p:sp>
        <p:sp>
          <p:nvSpPr>
            <p:cNvPr id="502" name="Google Shape;502;p20">
              <a:extLst>
                <a:ext uri="{FF2B5EF4-FFF2-40B4-BE49-F238E27FC236}">
                  <a16:creationId xmlns:a16="http://schemas.microsoft.com/office/drawing/2014/main" id="{9B50A91B-DE7E-C346-A1B2-0726F52C5D1B}"/>
                </a:ext>
              </a:extLst>
            </p:cNvPr>
            <p:cNvSpPr txBox="1"/>
            <p:nvPr/>
          </p:nvSpPr>
          <p:spPr>
            <a:xfrm>
              <a:off x="0" y="-47625"/>
              <a:ext cx="3759881" cy="900082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3" name="Google Shape;503;p20">
            <a:extLst>
              <a:ext uri="{FF2B5EF4-FFF2-40B4-BE49-F238E27FC236}">
                <a16:creationId xmlns:a16="http://schemas.microsoft.com/office/drawing/2014/main" id="{971526E2-1D52-A6FD-5E81-59516D2748BC}"/>
              </a:ext>
            </a:extLst>
          </p:cNvPr>
          <p:cNvGrpSpPr/>
          <p:nvPr/>
        </p:nvGrpSpPr>
        <p:grpSpPr>
          <a:xfrm rot="2700000">
            <a:off x="7569635" y="-2119694"/>
            <a:ext cx="2741636" cy="2922462"/>
            <a:chOff x="0" y="-47625"/>
            <a:chExt cx="722077" cy="769702"/>
          </a:xfrm>
        </p:grpSpPr>
        <p:sp>
          <p:nvSpPr>
            <p:cNvPr id="504" name="Google Shape;504;p20">
              <a:extLst>
                <a:ext uri="{FF2B5EF4-FFF2-40B4-BE49-F238E27FC236}">
                  <a16:creationId xmlns:a16="http://schemas.microsoft.com/office/drawing/2014/main" id="{27A90559-EA49-8302-DAE7-21E015546A77}"/>
                </a:ext>
              </a:extLst>
            </p:cNvPr>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505" name="Google Shape;505;p20">
              <a:extLst>
                <a:ext uri="{FF2B5EF4-FFF2-40B4-BE49-F238E27FC236}">
                  <a16:creationId xmlns:a16="http://schemas.microsoft.com/office/drawing/2014/main" id="{E4BFC74A-E6EC-83E1-CA12-A5F79FD50E9A}"/>
                </a:ext>
              </a:extLst>
            </p:cNvPr>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6" name="Google Shape;506;p20">
            <a:extLst>
              <a:ext uri="{FF2B5EF4-FFF2-40B4-BE49-F238E27FC236}">
                <a16:creationId xmlns:a16="http://schemas.microsoft.com/office/drawing/2014/main" id="{EFB71571-231E-0C2A-C5DC-41629B4FDBFF}"/>
              </a:ext>
            </a:extLst>
          </p:cNvPr>
          <p:cNvGrpSpPr/>
          <p:nvPr/>
        </p:nvGrpSpPr>
        <p:grpSpPr>
          <a:xfrm rot="2700000">
            <a:off x="14392851" y="8761837"/>
            <a:ext cx="2741636" cy="2922462"/>
            <a:chOff x="0" y="-47625"/>
            <a:chExt cx="722077" cy="769702"/>
          </a:xfrm>
        </p:grpSpPr>
        <p:sp>
          <p:nvSpPr>
            <p:cNvPr id="507" name="Google Shape;507;p20">
              <a:extLst>
                <a:ext uri="{FF2B5EF4-FFF2-40B4-BE49-F238E27FC236}">
                  <a16:creationId xmlns:a16="http://schemas.microsoft.com/office/drawing/2014/main" id="{FB0B8294-50EC-C4B0-CBE8-7BA040C3F8BF}"/>
                </a:ext>
              </a:extLst>
            </p:cNvPr>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508" name="Google Shape;508;p20">
              <a:extLst>
                <a:ext uri="{FF2B5EF4-FFF2-40B4-BE49-F238E27FC236}">
                  <a16:creationId xmlns:a16="http://schemas.microsoft.com/office/drawing/2014/main" id="{5124530C-B52F-83C6-3E1F-B4BD04B96076}"/>
                </a:ext>
              </a:extLst>
            </p:cNvPr>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9" name="Google Shape;509;p20">
            <a:extLst>
              <a:ext uri="{FF2B5EF4-FFF2-40B4-BE49-F238E27FC236}">
                <a16:creationId xmlns:a16="http://schemas.microsoft.com/office/drawing/2014/main" id="{44449FD4-AAAB-8DEE-5396-B87FAA0E6372}"/>
              </a:ext>
            </a:extLst>
          </p:cNvPr>
          <p:cNvGrpSpPr/>
          <p:nvPr/>
        </p:nvGrpSpPr>
        <p:grpSpPr>
          <a:xfrm rot="2700000">
            <a:off x="17187878" y="1429810"/>
            <a:ext cx="2741636" cy="2922462"/>
            <a:chOff x="0" y="-47625"/>
            <a:chExt cx="722077" cy="769702"/>
          </a:xfrm>
        </p:grpSpPr>
        <p:sp>
          <p:nvSpPr>
            <p:cNvPr id="510" name="Google Shape;510;p20">
              <a:extLst>
                <a:ext uri="{FF2B5EF4-FFF2-40B4-BE49-F238E27FC236}">
                  <a16:creationId xmlns:a16="http://schemas.microsoft.com/office/drawing/2014/main" id="{25ADE15C-2A9C-2F4E-6CA4-787A68C99677}"/>
                </a:ext>
              </a:extLst>
            </p:cNvPr>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511" name="Google Shape;511;p20">
              <a:extLst>
                <a:ext uri="{FF2B5EF4-FFF2-40B4-BE49-F238E27FC236}">
                  <a16:creationId xmlns:a16="http://schemas.microsoft.com/office/drawing/2014/main" id="{287164F1-B3FC-4CCF-2A25-F4FBE2EC9DDF}"/>
                </a:ext>
              </a:extLst>
            </p:cNvPr>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2" name="Google Shape;512;p20">
            <a:extLst>
              <a:ext uri="{FF2B5EF4-FFF2-40B4-BE49-F238E27FC236}">
                <a16:creationId xmlns:a16="http://schemas.microsoft.com/office/drawing/2014/main" id="{36D55692-42EA-E83F-101E-4DE16E09BFDD}"/>
              </a:ext>
            </a:extLst>
          </p:cNvPr>
          <p:cNvGrpSpPr/>
          <p:nvPr/>
        </p:nvGrpSpPr>
        <p:grpSpPr>
          <a:xfrm rot="2700000">
            <a:off x="5898485" y="9671766"/>
            <a:ext cx="2741636" cy="2922462"/>
            <a:chOff x="0" y="-47625"/>
            <a:chExt cx="722077" cy="769702"/>
          </a:xfrm>
        </p:grpSpPr>
        <p:sp>
          <p:nvSpPr>
            <p:cNvPr id="513" name="Google Shape;513;p20">
              <a:extLst>
                <a:ext uri="{FF2B5EF4-FFF2-40B4-BE49-F238E27FC236}">
                  <a16:creationId xmlns:a16="http://schemas.microsoft.com/office/drawing/2014/main" id="{1BD8C3E3-7F3B-DB74-2EB0-E5169163DAC7}"/>
                </a:ext>
              </a:extLst>
            </p:cNvPr>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514" name="Google Shape;514;p20">
              <a:extLst>
                <a:ext uri="{FF2B5EF4-FFF2-40B4-BE49-F238E27FC236}">
                  <a16:creationId xmlns:a16="http://schemas.microsoft.com/office/drawing/2014/main" id="{A22C4F76-15AF-A963-EF1A-A504375A2E63}"/>
                </a:ext>
              </a:extLst>
            </p:cNvPr>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049092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grpSp>
        <p:nvGrpSpPr>
          <p:cNvPr id="206" name="Google Shape;206;p12"/>
          <p:cNvGrpSpPr/>
          <p:nvPr/>
        </p:nvGrpSpPr>
        <p:grpSpPr>
          <a:xfrm rot="-2981227">
            <a:off x="20338912" y="-10915857"/>
            <a:ext cx="10685669" cy="34175000"/>
            <a:chOff x="0" y="-47625"/>
            <a:chExt cx="2814333" cy="9000823"/>
          </a:xfrm>
        </p:grpSpPr>
        <p:sp>
          <p:nvSpPr>
            <p:cNvPr id="207" name="Google Shape;207;p12"/>
            <p:cNvSpPr/>
            <p:nvPr/>
          </p:nvSpPr>
          <p:spPr>
            <a:xfrm>
              <a:off x="0" y="0"/>
              <a:ext cx="2814332" cy="8953198"/>
            </a:xfrm>
            <a:custGeom>
              <a:avLst/>
              <a:gdLst/>
              <a:ahLst/>
              <a:cxnLst/>
              <a:rect l="l" t="t" r="r" b="b"/>
              <a:pathLst>
                <a:path w="2814332" h="8953198" extrusionOk="0">
                  <a:moveTo>
                    <a:pt x="0" y="0"/>
                  </a:moveTo>
                  <a:lnTo>
                    <a:pt x="2814332" y="0"/>
                  </a:lnTo>
                  <a:lnTo>
                    <a:pt x="2814332" y="8953198"/>
                  </a:lnTo>
                  <a:lnTo>
                    <a:pt x="0" y="8953198"/>
                  </a:lnTo>
                  <a:close/>
                </a:path>
              </a:pathLst>
            </a:custGeom>
            <a:solidFill>
              <a:srgbClr val="0F1A38"/>
            </a:solidFill>
            <a:ln>
              <a:noFill/>
            </a:ln>
          </p:spPr>
        </p:sp>
        <p:sp>
          <p:nvSpPr>
            <p:cNvPr id="208" name="Google Shape;208;p12"/>
            <p:cNvSpPr txBox="1"/>
            <p:nvPr/>
          </p:nvSpPr>
          <p:spPr>
            <a:xfrm>
              <a:off x="0" y="-47625"/>
              <a:ext cx="2814333" cy="900082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9" name="Google Shape;209;p12"/>
          <p:cNvGrpSpPr/>
          <p:nvPr/>
        </p:nvGrpSpPr>
        <p:grpSpPr>
          <a:xfrm rot="-2981227">
            <a:off x="-616890" y="2232335"/>
            <a:ext cx="10685669" cy="34175000"/>
            <a:chOff x="0" y="-47625"/>
            <a:chExt cx="2814333" cy="9000823"/>
          </a:xfrm>
        </p:grpSpPr>
        <p:sp>
          <p:nvSpPr>
            <p:cNvPr id="210" name="Google Shape;210;p12"/>
            <p:cNvSpPr/>
            <p:nvPr/>
          </p:nvSpPr>
          <p:spPr>
            <a:xfrm>
              <a:off x="0" y="0"/>
              <a:ext cx="2814332" cy="8953198"/>
            </a:xfrm>
            <a:custGeom>
              <a:avLst/>
              <a:gdLst/>
              <a:ahLst/>
              <a:cxnLst/>
              <a:rect l="l" t="t" r="r" b="b"/>
              <a:pathLst>
                <a:path w="2814332" h="8953198" extrusionOk="0">
                  <a:moveTo>
                    <a:pt x="0" y="0"/>
                  </a:moveTo>
                  <a:lnTo>
                    <a:pt x="2814332" y="0"/>
                  </a:lnTo>
                  <a:lnTo>
                    <a:pt x="2814332" y="8953198"/>
                  </a:lnTo>
                  <a:lnTo>
                    <a:pt x="0" y="8953198"/>
                  </a:lnTo>
                  <a:close/>
                </a:path>
              </a:pathLst>
            </a:custGeom>
            <a:solidFill>
              <a:srgbClr val="0F1A38"/>
            </a:solidFill>
            <a:ln>
              <a:noFill/>
            </a:ln>
          </p:spPr>
        </p:sp>
        <p:sp>
          <p:nvSpPr>
            <p:cNvPr id="211" name="Google Shape;211;p12"/>
            <p:cNvSpPr txBox="1"/>
            <p:nvPr/>
          </p:nvSpPr>
          <p:spPr>
            <a:xfrm>
              <a:off x="0" y="-47625"/>
              <a:ext cx="2814333" cy="900082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2" name="Google Shape;212;p12"/>
          <p:cNvGrpSpPr/>
          <p:nvPr/>
        </p:nvGrpSpPr>
        <p:grpSpPr>
          <a:xfrm rot="2700000">
            <a:off x="9592811" y="-1577860"/>
            <a:ext cx="2847030" cy="3027856"/>
            <a:chOff x="0" y="-47625"/>
            <a:chExt cx="749835" cy="797460"/>
          </a:xfrm>
        </p:grpSpPr>
        <p:sp>
          <p:nvSpPr>
            <p:cNvPr id="213" name="Google Shape;213;p12"/>
            <p:cNvSpPr/>
            <p:nvPr/>
          </p:nvSpPr>
          <p:spPr>
            <a:xfrm>
              <a:off x="0" y="0"/>
              <a:ext cx="749835" cy="749835"/>
            </a:xfrm>
            <a:custGeom>
              <a:avLst/>
              <a:gdLst/>
              <a:ahLst/>
              <a:cxnLst/>
              <a:rect l="l" t="t" r="r" b="b"/>
              <a:pathLst>
                <a:path w="749835" h="749835" extrusionOk="0">
                  <a:moveTo>
                    <a:pt x="0" y="0"/>
                  </a:moveTo>
                  <a:lnTo>
                    <a:pt x="749835" y="0"/>
                  </a:lnTo>
                  <a:lnTo>
                    <a:pt x="749835" y="749835"/>
                  </a:lnTo>
                  <a:lnTo>
                    <a:pt x="0" y="749835"/>
                  </a:lnTo>
                  <a:close/>
                </a:path>
              </a:pathLst>
            </a:custGeom>
            <a:solidFill>
              <a:srgbClr val="5271FF"/>
            </a:solidFill>
            <a:ln>
              <a:noFill/>
            </a:ln>
          </p:spPr>
        </p:sp>
        <p:sp>
          <p:nvSpPr>
            <p:cNvPr id="214" name="Google Shape;214;p12"/>
            <p:cNvSpPr txBox="1"/>
            <p:nvPr/>
          </p:nvSpPr>
          <p:spPr>
            <a:xfrm>
              <a:off x="0" y="-47625"/>
              <a:ext cx="749835" cy="79746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5" name="Google Shape;215;p12"/>
          <p:cNvGrpSpPr/>
          <p:nvPr/>
        </p:nvGrpSpPr>
        <p:grpSpPr>
          <a:xfrm rot="2700000">
            <a:off x="14142293" y="8771971"/>
            <a:ext cx="2847030" cy="3027856"/>
            <a:chOff x="0" y="-47625"/>
            <a:chExt cx="749835" cy="797460"/>
          </a:xfrm>
        </p:grpSpPr>
        <p:sp>
          <p:nvSpPr>
            <p:cNvPr id="216" name="Google Shape;216;p12"/>
            <p:cNvSpPr/>
            <p:nvPr/>
          </p:nvSpPr>
          <p:spPr>
            <a:xfrm>
              <a:off x="0" y="0"/>
              <a:ext cx="749835" cy="749835"/>
            </a:xfrm>
            <a:custGeom>
              <a:avLst/>
              <a:gdLst/>
              <a:ahLst/>
              <a:cxnLst/>
              <a:rect l="l" t="t" r="r" b="b"/>
              <a:pathLst>
                <a:path w="749835" h="749835" extrusionOk="0">
                  <a:moveTo>
                    <a:pt x="0" y="0"/>
                  </a:moveTo>
                  <a:lnTo>
                    <a:pt x="749835" y="0"/>
                  </a:lnTo>
                  <a:lnTo>
                    <a:pt x="749835" y="749835"/>
                  </a:lnTo>
                  <a:lnTo>
                    <a:pt x="0" y="749835"/>
                  </a:lnTo>
                  <a:close/>
                </a:path>
              </a:pathLst>
            </a:custGeom>
            <a:solidFill>
              <a:srgbClr val="5271FF"/>
            </a:solidFill>
            <a:ln>
              <a:noFill/>
            </a:ln>
          </p:spPr>
        </p:sp>
        <p:sp>
          <p:nvSpPr>
            <p:cNvPr id="217" name="Google Shape;217;p12"/>
            <p:cNvSpPr txBox="1"/>
            <p:nvPr/>
          </p:nvSpPr>
          <p:spPr>
            <a:xfrm>
              <a:off x="0" y="-47625"/>
              <a:ext cx="749835" cy="79746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8" name="Google Shape;218;p12"/>
          <p:cNvGrpSpPr/>
          <p:nvPr/>
        </p:nvGrpSpPr>
        <p:grpSpPr>
          <a:xfrm>
            <a:off x="1064998" y="1882086"/>
            <a:ext cx="1198086" cy="1407744"/>
            <a:chOff x="0" y="-47625"/>
            <a:chExt cx="461730" cy="509355"/>
          </a:xfrm>
        </p:grpSpPr>
        <p:sp>
          <p:nvSpPr>
            <p:cNvPr id="219" name="Google Shape;219;p12"/>
            <p:cNvSpPr/>
            <p:nvPr/>
          </p:nvSpPr>
          <p:spPr>
            <a:xfrm>
              <a:off x="0" y="0"/>
              <a:ext cx="461730" cy="461730"/>
            </a:xfrm>
            <a:custGeom>
              <a:avLst/>
              <a:gdLst/>
              <a:ahLst/>
              <a:cxnLst/>
              <a:rect l="l" t="t" r="r" b="b"/>
              <a:pathLst>
                <a:path w="461730" h="461730" extrusionOk="0">
                  <a:moveTo>
                    <a:pt x="0" y="0"/>
                  </a:moveTo>
                  <a:lnTo>
                    <a:pt x="461730" y="0"/>
                  </a:lnTo>
                  <a:lnTo>
                    <a:pt x="461730" y="461730"/>
                  </a:lnTo>
                  <a:lnTo>
                    <a:pt x="0" y="461730"/>
                  </a:lnTo>
                  <a:close/>
                </a:path>
              </a:pathLst>
            </a:custGeom>
            <a:solidFill>
              <a:srgbClr val="0F1A38"/>
            </a:solidFill>
            <a:ln>
              <a:noFill/>
            </a:ln>
          </p:spPr>
        </p:sp>
        <p:sp>
          <p:nvSpPr>
            <p:cNvPr id="220" name="Google Shape;220;p12"/>
            <p:cNvSpPr txBox="1"/>
            <p:nvPr/>
          </p:nvSpPr>
          <p:spPr>
            <a:xfrm>
              <a:off x="0" y="-47625"/>
              <a:ext cx="461730" cy="50935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4" name="Google Shape;224;p12"/>
          <p:cNvGrpSpPr/>
          <p:nvPr/>
        </p:nvGrpSpPr>
        <p:grpSpPr>
          <a:xfrm>
            <a:off x="1043042" y="4784908"/>
            <a:ext cx="1198086" cy="1407744"/>
            <a:chOff x="0" y="-47625"/>
            <a:chExt cx="461730" cy="509355"/>
          </a:xfrm>
        </p:grpSpPr>
        <p:sp>
          <p:nvSpPr>
            <p:cNvPr id="225" name="Google Shape;225;p12"/>
            <p:cNvSpPr/>
            <p:nvPr/>
          </p:nvSpPr>
          <p:spPr>
            <a:xfrm>
              <a:off x="0" y="0"/>
              <a:ext cx="461730" cy="461730"/>
            </a:xfrm>
            <a:custGeom>
              <a:avLst/>
              <a:gdLst/>
              <a:ahLst/>
              <a:cxnLst/>
              <a:rect l="l" t="t" r="r" b="b"/>
              <a:pathLst>
                <a:path w="461730" h="461730" extrusionOk="0">
                  <a:moveTo>
                    <a:pt x="0" y="0"/>
                  </a:moveTo>
                  <a:lnTo>
                    <a:pt x="461730" y="0"/>
                  </a:lnTo>
                  <a:lnTo>
                    <a:pt x="461730" y="461730"/>
                  </a:lnTo>
                  <a:lnTo>
                    <a:pt x="0" y="461730"/>
                  </a:lnTo>
                  <a:close/>
                </a:path>
              </a:pathLst>
            </a:custGeom>
            <a:solidFill>
              <a:srgbClr val="0F1A38"/>
            </a:solidFill>
            <a:ln>
              <a:noFill/>
            </a:ln>
          </p:spPr>
        </p:sp>
        <p:sp>
          <p:nvSpPr>
            <p:cNvPr id="226" name="Google Shape;226;p12"/>
            <p:cNvSpPr txBox="1"/>
            <p:nvPr/>
          </p:nvSpPr>
          <p:spPr>
            <a:xfrm>
              <a:off x="0" y="-47625"/>
              <a:ext cx="461730" cy="50935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7" name="Google Shape;227;p12"/>
          <p:cNvSpPr txBox="1"/>
          <p:nvPr/>
        </p:nvSpPr>
        <p:spPr>
          <a:xfrm>
            <a:off x="2997355" y="3988502"/>
            <a:ext cx="4885352" cy="843564"/>
          </a:xfrm>
          <a:prstGeom prst="rect">
            <a:avLst/>
          </a:prstGeom>
          <a:noFill/>
          <a:ln>
            <a:noFill/>
          </a:ln>
        </p:spPr>
        <p:txBody>
          <a:bodyPr spcFirstLastPara="1" wrap="square" lIns="0" tIns="0" rIns="0" bIns="0" anchor="t" anchorCtr="0">
            <a:spAutoFit/>
          </a:bodyPr>
          <a:lstStyle/>
          <a:p>
            <a:pPr marL="0" marR="0" lvl="0" indent="0" algn="l" rtl="0">
              <a:lnSpc>
                <a:spcPct val="119986"/>
              </a:lnSpc>
              <a:spcBef>
                <a:spcPts val="0"/>
              </a:spcBef>
              <a:spcAft>
                <a:spcPts val="0"/>
              </a:spcAft>
              <a:buNone/>
            </a:pPr>
            <a:r>
              <a:rPr lang="en-US" sz="4568" dirty="0">
                <a:solidFill>
                  <a:srgbClr val="0F1A38"/>
                </a:solidFill>
                <a:latin typeface="Anton"/>
                <a:sym typeface="Anton"/>
              </a:rPr>
              <a:t>Problem Statement</a:t>
            </a:r>
            <a:endParaRPr dirty="0"/>
          </a:p>
        </p:txBody>
      </p:sp>
      <p:sp>
        <p:nvSpPr>
          <p:cNvPr id="228" name="Google Shape;228;p12"/>
          <p:cNvSpPr txBox="1"/>
          <p:nvPr/>
        </p:nvSpPr>
        <p:spPr>
          <a:xfrm>
            <a:off x="2997354" y="2546718"/>
            <a:ext cx="8247391" cy="1102097"/>
          </a:xfrm>
          <a:prstGeom prst="rect">
            <a:avLst/>
          </a:prstGeom>
          <a:noFill/>
          <a:ln>
            <a:noFill/>
          </a:ln>
        </p:spPr>
        <p:txBody>
          <a:bodyPr spcFirstLastPara="1" wrap="square" lIns="0" tIns="0" rIns="0" bIns="0" anchor="t" anchorCtr="0">
            <a:spAutoFit/>
          </a:bodyPr>
          <a:lstStyle/>
          <a:p>
            <a:pPr marL="0" marR="0" lvl="0" indent="0" algn="l" rtl="0">
              <a:lnSpc>
                <a:spcPct val="119986"/>
              </a:lnSpc>
              <a:spcBef>
                <a:spcPts val="0"/>
              </a:spcBef>
              <a:spcAft>
                <a:spcPts val="0"/>
              </a:spcAft>
              <a:buNone/>
            </a:pPr>
            <a:r>
              <a:rPr lang="en-US" sz="4568" b="0" i="0" u="none" strike="noStrike" cap="none" dirty="0">
                <a:solidFill>
                  <a:srgbClr val="0F1A38"/>
                </a:solidFill>
                <a:latin typeface="Anton"/>
                <a:ea typeface="Anton"/>
                <a:cs typeface="Anton"/>
                <a:sym typeface="Anton"/>
              </a:rPr>
              <a:t>Topics Covered During Internship</a:t>
            </a:r>
          </a:p>
          <a:p>
            <a:pPr marL="0" marR="0" lvl="0" indent="0" algn="l" rtl="0">
              <a:lnSpc>
                <a:spcPct val="119986"/>
              </a:lnSpc>
              <a:spcBef>
                <a:spcPts val="0"/>
              </a:spcBef>
              <a:spcAft>
                <a:spcPts val="0"/>
              </a:spcAft>
              <a:buNone/>
            </a:pPr>
            <a:endParaRPr dirty="0"/>
          </a:p>
        </p:txBody>
      </p:sp>
      <p:sp>
        <p:nvSpPr>
          <p:cNvPr id="229" name="Google Shape;229;p12"/>
          <p:cNvSpPr txBox="1"/>
          <p:nvPr/>
        </p:nvSpPr>
        <p:spPr>
          <a:xfrm>
            <a:off x="1202879" y="2119832"/>
            <a:ext cx="922322" cy="1203278"/>
          </a:xfrm>
          <a:prstGeom prst="rect">
            <a:avLst/>
          </a:prstGeom>
          <a:noFill/>
          <a:ln>
            <a:noFill/>
          </a:ln>
        </p:spPr>
        <p:txBody>
          <a:bodyPr spcFirstLastPara="1" wrap="square" lIns="0" tIns="0" rIns="0" bIns="0" anchor="t" anchorCtr="0">
            <a:spAutoFit/>
          </a:bodyPr>
          <a:lstStyle/>
          <a:p>
            <a:pPr marL="0" marR="0" lvl="0" indent="0" algn="ctr" rtl="0">
              <a:lnSpc>
                <a:spcPct val="119996"/>
              </a:lnSpc>
              <a:spcBef>
                <a:spcPts val="0"/>
              </a:spcBef>
              <a:spcAft>
                <a:spcPts val="0"/>
              </a:spcAft>
              <a:buNone/>
            </a:pPr>
            <a:r>
              <a:rPr lang="en-US" sz="6516" b="0" i="0" u="none" strike="noStrike" cap="none" dirty="0">
                <a:solidFill>
                  <a:srgbClr val="FFFFFF"/>
                </a:solidFill>
                <a:latin typeface="Anton"/>
                <a:ea typeface="Anton"/>
                <a:cs typeface="Anton"/>
                <a:sym typeface="Anton"/>
              </a:rPr>
              <a:t>01</a:t>
            </a:r>
            <a:endParaRPr dirty="0"/>
          </a:p>
        </p:txBody>
      </p:sp>
      <p:sp>
        <p:nvSpPr>
          <p:cNvPr id="231" name="Google Shape;231;p12"/>
          <p:cNvSpPr txBox="1"/>
          <p:nvPr/>
        </p:nvSpPr>
        <p:spPr>
          <a:xfrm>
            <a:off x="967278" y="5083249"/>
            <a:ext cx="1349612" cy="991888"/>
          </a:xfrm>
          <a:prstGeom prst="rect">
            <a:avLst/>
          </a:prstGeom>
          <a:noFill/>
          <a:ln>
            <a:noFill/>
          </a:ln>
        </p:spPr>
        <p:txBody>
          <a:bodyPr spcFirstLastPara="1" wrap="square" lIns="0" tIns="0" rIns="0" bIns="0" anchor="t" anchorCtr="0">
            <a:spAutoFit/>
          </a:bodyPr>
          <a:lstStyle/>
          <a:p>
            <a:pPr marL="0" marR="0" lvl="0" indent="0" algn="ctr" rtl="0">
              <a:lnSpc>
                <a:spcPct val="119996"/>
              </a:lnSpc>
              <a:spcBef>
                <a:spcPts val="0"/>
              </a:spcBef>
              <a:spcAft>
                <a:spcPts val="0"/>
              </a:spcAft>
              <a:buNone/>
            </a:pPr>
            <a:r>
              <a:rPr lang="en-US" sz="6516" b="0" i="0" u="none" strike="noStrike" cap="none" dirty="0">
                <a:solidFill>
                  <a:srgbClr val="FFFFFF"/>
                </a:solidFill>
                <a:latin typeface="Anton"/>
                <a:ea typeface="Anton"/>
                <a:cs typeface="Anton"/>
                <a:sym typeface="Anton"/>
              </a:rPr>
              <a:t>03</a:t>
            </a:r>
            <a:endParaRPr dirty="0"/>
          </a:p>
        </p:txBody>
      </p:sp>
      <p:sp>
        <p:nvSpPr>
          <p:cNvPr id="236" name="Google Shape;236;p12"/>
          <p:cNvSpPr txBox="1"/>
          <p:nvPr/>
        </p:nvSpPr>
        <p:spPr>
          <a:xfrm>
            <a:off x="787475" y="510724"/>
            <a:ext cx="7010126" cy="1104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7200" b="0" i="0" u="none" strike="noStrike" cap="none" dirty="0">
                <a:solidFill>
                  <a:srgbClr val="0F1A38"/>
                </a:solidFill>
                <a:latin typeface="Anton"/>
                <a:ea typeface="Anton"/>
                <a:cs typeface="Anton"/>
                <a:sym typeface="Anton"/>
              </a:rPr>
              <a:t>TABLE OF CONTENTS</a:t>
            </a:r>
            <a:endParaRPr dirty="0"/>
          </a:p>
        </p:txBody>
      </p:sp>
      <p:grpSp>
        <p:nvGrpSpPr>
          <p:cNvPr id="237" name="Google Shape;237;p12"/>
          <p:cNvGrpSpPr/>
          <p:nvPr/>
        </p:nvGrpSpPr>
        <p:grpSpPr>
          <a:xfrm rot="2700000">
            <a:off x="12571711" y="9267362"/>
            <a:ext cx="2741636" cy="2922462"/>
            <a:chOff x="0" y="-47625"/>
            <a:chExt cx="722077" cy="769702"/>
          </a:xfrm>
        </p:grpSpPr>
        <p:sp>
          <p:nvSpPr>
            <p:cNvPr id="238" name="Google Shape;238;p12"/>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239" name="Google Shape;239;p12"/>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0" name="Google Shape;240;p12"/>
          <p:cNvGrpSpPr/>
          <p:nvPr/>
        </p:nvGrpSpPr>
        <p:grpSpPr>
          <a:xfrm rot="2700000">
            <a:off x="18248946" y="-424947"/>
            <a:ext cx="5498471" cy="5679297"/>
            <a:chOff x="0" y="-47625"/>
            <a:chExt cx="1448157" cy="1495782"/>
          </a:xfrm>
        </p:grpSpPr>
        <p:sp>
          <p:nvSpPr>
            <p:cNvPr id="241" name="Google Shape;241;p12"/>
            <p:cNvSpPr/>
            <p:nvPr/>
          </p:nvSpPr>
          <p:spPr>
            <a:xfrm>
              <a:off x="0" y="0"/>
              <a:ext cx="1448157" cy="1448157"/>
            </a:xfrm>
            <a:custGeom>
              <a:avLst/>
              <a:gdLst/>
              <a:ahLst/>
              <a:cxnLst/>
              <a:rect l="l" t="t" r="r" b="b"/>
              <a:pathLst>
                <a:path w="1448157" h="1448157" extrusionOk="0">
                  <a:moveTo>
                    <a:pt x="0" y="0"/>
                  </a:moveTo>
                  <a:lnTo>
                    <a:pt x="1448157" y="0"/>
                  </a:lnTo>
                  <a:lnTo>
                    <a:pt x="1448157" y="1448157"/>
                  </a:lnTo>
                  <a:lnTo>
                    <a:pt x="0" y="1448157"/>
                  </a:lnTo>
                  <a:close/>
                </a:path>
              </a:pathLst>
            </a:custGeom>
            <a:solidFill>
              <a:srgbClr val="5271FF"/>
            </a:solidFill>
            <a:ln>
              <a:noFill/>
            </a:ln>
          </p:spPr>
        </p:sp>
        <p:sp>
          <p:nvSpPr>
            <p:cNvPr id="242" name="Google Shape;242;p12"/>
            <p:cNvSpPr txBox="1"/>
            <p:nvPr/>
          </p:nvSpPr>
          <p:spPr>
            <a:xfrm>
              <a:off x="0" y="-47625"/>
              <a:ext cx="1448157" cy="149578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 name="Google Shape;221;p12">
            <a:extLst>
              <a:ext uri="{FF2B5EF4-FFF2-40B4-BE49-F238E27FC236}">
                <a16:creationId xmlns:a16="http://schemas.microsoft.com/office/drawing/2014/main" id="{7DE6A429-72F2-CBB9-324F-A55F7DDB7175}"/>
              </a:ext>
            </a:extLst>
          </p:cNvPr>
          <p:cNvGrpSpPr/>
          <p:nvPr/>
        </p:nvGrpSpPr>
        <p:grpSpPr>
          <a:xfrm>
            <a:off x="1043042" y="3333497"/>
            <a:ext cx="1198086" cy="1407744"/>
            <a:chOff x="0" y="-47625"/>
            <a:chExt cx="461730" cy="509355"/>
          </a:xfrm>
        </p:grpSpPr>
        <p:sp>
          <p:nvSpPr>
            <p:cNvPr id="10" name="Google Shape;222;p12">
              <a:extLst>
                <a:ext uri="{FF2B5EF4-FFF2-40B4-BE49-F238E27FC236}">
                  <a16:creationId xmlns:a16="http://schemas.microsoft.com/office/drawing/2014/main" id="{B7852B3A-44E5-8537-C3C3-5BAB6CDA5206}"/>
                </a:ext>
              </a:extLst>
            </p:cNvPr>
            <p:cNvSpPr/>
            <p:nvPr/>
          </p:nvSpPr>
          <p:spPr>
            <a:xfrm>
              <a:off x="0" y="0"/>
              <a:ext cx="461730" cy="461730"/>
            </a:xfrm>
            <a:custGeom>
              <a:avLst/>
              <a:gdLst/>
              <a:ahLst/>
              <a:cxnLst/>
              <a:rect l="l" t="t" r="r" b="b"/>
              <a:pathLst>
                <a:path w="461730" h="461730" extrusionOk="0">
                  <a:moveTo>
                    <a:pt x="0" y="0"/>
                  </a:moveTo>
                  <a:lnTo>
                    <a:pt x="461730" y="0"/>
                  </a:lnTo>
                  <a:lnTo>
                    <a:pt x="461730" y="461730"/>
                  </a:lnTo>
                  <a:lnTo>
                    <a:pt x="0" y="461730"/>
                  </a:lnTo>
                  <a:close/>
                </a:path>
              </a:pathLst>
            </a:custGeom>
            <a:solidFill>
              <a:srgbClr val="0F1A38"/>
            </a:solidFill>
            <a:ln>
              <a:noFill/>
            </a:ln>
          </p:spPr>
        </p:sp>
        <p:sp>
          <p:nvSpPr>
            <p:cNvPr id="11" name="Google Shape;223;p12">
              <a:extLst>
                <a:ext uri="{FF2B5EF4-FFF2-40B4-BE49-F238E27FC236}">
                  <a16:creationId xmlns:a16="http://schemas.microsoft.com/office/drawing/2014/main" id="{B50D232F-67C7-4214-80CE-4059F886DD92}"/>
                </a:ext>
              </a:extLst>
            </p:cNvPr>
            <p:cNvSpPr txBox="1"/>
            <p:nvPr/>
          </p:nvSpPr>
          <p:spPr>
            <a:xfrm>
              <a:off x="0" y="-47625"/>
              <a:ext cx="461730" cy="50935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 name="Google Shape;230;p12">
            <a:extLst>
              <a:ext uri="{FF2B5EF4-FFF2-40B4-BE49-F238E27FC236}">
                <a16:creationId xmlns:a16="http://schemas.microsoft.com/office/drawing/2014/main" id="{4B4FE507-5733-07E8-A48E-36CF3C661F05}"/>
              </a:ext>
            </a:extLst>
          </p:cNvPr>
          <p:cNvSpPr txBox="1"/>
          <p:nvPr/>
        </p:nvSpPr>
        <p:spPr>
          <a:xfrm>
            <a:off x="967278" y="3631838"/>
            <a:ext cx="1349612" cy="991888"/>
          </a:xfrm>
          <a:prstGeom prst="rect">
            <a:avLst/>
          </a:prstGeom>
          <a:noFill/>
          <a:ln>
            <a:noFill/>
          </a:ln>
        </p:spPr>
        <p:txBody>
          <a:bodyPr spcFirstLastPara="1" wrap="square" lIns="0" tIns="0" rIns="0" bIns="0" anchor="t" anchorCtr="0">
            <a:spAutoFit/>
          </a:bodyPr>
          <a:lstStyle/>
          <a:p>
            <a:pPr marL="0" marR="0" lvl="0" indent="0" algn="ctr" rtl="0">
              <a:lnSpc>
                <a:spcPct val="119996"/>
              </a:lnSpc>
              <a:spcBef>
                <a:spcPts val="0"/>
              </a:spcBef>
              <a:spcAft>
                <a:spcPts val="0"/>
              </a:spcAft>
              <a:buNone/>
            </a:pPr>
            <a:r>
              <a:rPr lang="en-US" sz="6516" b="0" i="0" u="none" strike="noStrike" cap="none" dirty="0">
                <a:solidFill>
                  <a:srgbClr val="FFFFFF"/>
                </a:solidFill>
                <a:latin typeface="Anton"/>
                <a:ea typeface="Anton"/>
                <a:cs typeface="Anton"/>
                <a:sym typeface="Anton"/>
              </a:rPr>
              <a:t>02</a:t>
            </a:r>
            <a:endParaRPr dirty="0"/>
          </a:p>
        </p:txBody>
      </p:sp>
      <p:grpSp>
        <p:nvGrpSpPr>
          <p:cNvPr id="13" name="Google Shape;224;p12">
            <a:extLst>
              <a:ext uri="{FF2B5EF4-FFF2-40B4-BE49-F238E27FC236}">
                <a16:creationId xmlns:a16="http://schemas.microsoft.com/office/drawing/2014/main" id="{F1AA3D29-DCDC-8F50-5C64-A21CC004018C}"/>
              </a:ext>
            </a:extLst>
          </p:cNvPr>
          <p:cNvGrpSpPr/>
          <p:nvPr/>
        </p:nvGrpSpPr>
        <p:grpSpPr>
          <a:xfrm>
            <a:off x="1043042" y="7638729"/>
            <a:ext cx="1198086" cy="1407744"/>
            <a:chOff x="0" y="-47625"/>
            <a:chExt cx="461730" cy="509355"/>
          </a:xfrm>
        </p:grpSpPr>
        <p:sp>
          <p:nvSpPr>
            <p:cNvPr id="14" name="Google Shape;225;p12">
              <a:extLst>
                <a:ext uri="{FF2B5EF4-FFF2-40B4-BE49-F238E27FC236}">
                  <a16:creationId xmlns:a16="http://schemas.microsoft.com/office/drawing/2014/main" id="{5C941189-FEA9-5424-AEE8-E0AB281928D2}"/>
                </a:ext>
              </a:extLst>
            </p:cNvPr>
            <p:cNvSpPr/>
            <p:nvPr/>
          </p:nvSpPr>
          <p:spPr>
            <a:xfrm>
              <a:off x="0" y="0"/>
              <a:ext cx="461730" cy="461730"/>
            </a:xfrm>
            <a:custGeom>
              <a:avLst/>
              <a:gdLst/>
              <a:ahLst/>
              <a:cxnLst/>
              <a:rect l="l" t="t" r="r" b="b"/>
              <a:pathLst>
                <a:path w="461730" h="461730" extrusionOk="0">
                  <a:moveTo>
                    <a:pt x="0" y="0"/>
                  </a:moveTo>
                  <a:lnTo>
                    <a:pt x="461730" y="0"/>
                  </a:lnTo>
                  <a:lnTo>
                    <a:pt x="461730" y="461730"/>
                  </a:lnTo>
                  <a:lnTo>
                    <a:pt x="0" y="461730"/>
                  </a:lnTo>
                  <a:close/>
                </a:path>
              </a:pathLst>
            </a:custGeom>
            <a:solidFill>
              <a:srgbClr val="0F1A38"/>
            </a:solidFill>
            <a:ln>
              <a:noFill/>
            </a:ln>
          </p:spPr>
        </p:sp>
        <p:sp>
          <p:nvSpPr>
            <p:cNvPr id="15" name="Google Shape;226;p12">
              <a:extLst>
                <a:ext uri="{FF2B5EF4-FFF2-40B4-BE49-F238E27FC236}">
                  <a16:creationId xmlns:a16="http://schemas.microsoft.com/office/drawing/2014/main" id="{54A34C53-AD73-D5DF-FA2D-4AA67178C8D4}"/>
                </a:ext>
              </a:extLst>
            </p:cNvPr>
            <p:cNvSpPr txBox="1"/>
            <p:nvPr/>
          </p:nvSpPr>
          <p:spPr>
            <a:xfrm>
              <a:off x="0" y="-47625"/>
              <a:ext cx="461730" cy="50935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 name="Google Shape;231;p12">
            <a:extLst>
              <a:ext uri="{FF2B5EF4-FFF2-40B4-BE49-F238E27FC236}">
                <a16:creationId xmlns:a16="http://schemas.microsoft.com/office/drawing/2014/main" id="{5346082C-4AA5-2B46-BF38-7F70E259DCC8}"/>
              </a:ext>
            </a:extLst>
          </p:cNvPr>
          <p:cNvSpPr txBox="1"/>
          <p:nvPr/>
        </p:nvSpPr>
        <p:spPr>
          <a:xfrm>
            <a:off x="967278" y="7937070"/>
            <a:ext cx="1349612" cy="1203278"/>
          </a:xfrm>
          <a:prstGeom prst="rect">
            <a:avLst/>
          </a:prstGeom>
          <a:noFill/>
          <a:ln>
            <a:noFill/>
          </a:ln>
        </p:spPr>
        <p:txBody>
          <a:bodyPr spcFirstLastPara="1" wrap="square" lIns="0" tIns="0" rIns="0" bIns="0" anchor="t" anchorCtr="0">
            <a:spAutoFit/>
          </a:bodyPr>
          <a:lstStyle/>
          <a:p>
            <a:pPr marL="0" marR="0" lvl="0" indent="0" algn="ctr" rtl="0">
              <a:lnSpc>
                <a:spcPct val="119996"/>
              </a:lnSpc>
              <a:spcBef>
                <a:spcPts val="0"/>
              </a:spcBef>
              <a:spcAft>
                <a:spcPts val="0"/>
              </a:spcAft>
              <a:buNone/>
            </a:pPr>
            <a:r>
              <a:rPr lang="en-US" sz="6516" b="0" i="0" u="none" strike="noStrike" cap="none" dirty="0">
                <a:solidFill>
                  <a:srgbClr val="FFFFFF"/>
                </a:solidFill>
                <a:latin typeface="Anton"/>
                <a:ea typeface="Anton"/>
                <a:cs typeface="Anton"/>
                <a:sym typeface="Anton"/>
              </a:rPr>
              <a:t>05</a:t>
            </a:r>
            <a:endParaRPr dirty="0"/>
          </a:p>
        </p:txBody>
      </p:sp>
      <p:grpSp>
        <p:nvGrpSpPr>
          <p:cNvPr id="17" name="Google Shape;221;p12">
            <a:extLst>
              <a:ext uri="{FF2B5EF4-FFF2-40B4-BE49-F238E27FC236}">
                <a16:creationId xmlns:a16="http://schemas.microsoft.com/office/drawing/2014/main" id="{8445AE7C-C0F4-D445-89C4-A3E20ECB0CF2}"/>
              </a:ext>
            </a:extLst>
          </p:cNvPr>
          <p:cNvGrpSpPr/>
          <p:nvPr/>
        </p:nvGrpSpPr>
        <p:grpSpPr>
          <a:xfrm>
            <a:off x="1043042" y="6187318"/>
            <a:ext cx="1198086" cy="1407744"/>
            <a:chOff x="0" y="-47625"/>
            <a:chExt cx="461730" cy="509355"/>
          </a:xfrm>
        </p:grpSpPr>
        <p:sp>
          <p:nvSpPr>
            <p:cNvPr id="18" name="Google Shape;222;p12">
              <a:extLst>
                <a:ext uri="{FF2B5EF4-FFF2-40B4-BE49-F238E27FC236}">
                  <a16:creationId xmlns:a16="http://schemas.microsoft.com/office/drawing/2014/main" id="{980F4E88-F44B-C455-3311-CE4052C8B200}"/>
                </a:ext>
              </a:extLst>
            </p:cNvPr>
            <p:cNvSpPr/>
            <p:nvPr/>
          </p:nvSpPr>
          <p:spPr>
            <a:xfrm>
              <a:off x="0" y="0"/>
              <a:ext cx="461730" cy="461730"/>
            </a:xfrm>
            <a:custGeom>
              <a:avLst/>
              <a:gdLst/>
              <a:ahLst/>
              <a:cxnLst/>
              <a:rect l="l" t="t" r="r" b="b"/>
              <a:pathLst>
                <a:path w="461730" h="461730" extrusionOk="0">
                  <a:moveTo>
                    <a:pt x="0" y="0"/>
                  </a:moveTo>
                  <a:lnTo>
                    <a:pt x="461730" y="0"/>
                  </a:lnTo>
                  <a:lnTo>
                    <a:pt x="461730" y="461730"/>
                  </a:lnTo>
                  <a:lnTo>
                    <a:pt x="0" y="461730"/>
                  </a:lnTo>
                  <a:close/>
                </a:path>
              </a:pathLst>
            </a:custGeom>
            <a:solidFill>
              <a:srgbClr val="0F1A38"/>
            </a:solidFill>
            <a:ln>
              <a:noFill/>
            </a:ln>
          </p:spPr>
        </p:sp>
        <p:sp>
          <p:nvSpPr>
            <p:cNvPr id="19" name="Google Shape;223;p12">
              <a:extLst>
                <a:ext uri="{FF2B5EF4-FFF2-40B4-BE49-F238E27FC236}">
                  <a16:creationId xmlns:a16="http://schemas.microsoft.com/office/drawing/2014/main" id="{9F11BFDB-14B8-7B26-DA24-FDAEC13FBC70}"/>
                </a:ext>
              </a:extLst>
            </p:cNvPr>
            <p:cNvSpPr txBox="1"/>
            <p:nvPr/>
          </p:nvSpPr>
          <p:spPr>
            <a:xfrm>
              <a:off x="0" y="-47625"/>
              <a:ext cx="461730" cy="50935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 name="Google Shape;230;p12">
            <a:extLst>
              <a:ext uri="{FF2B5EF4-FFF2-40B4-BE49-F238E27FC236}">
                <a16:creationId xmlns:a16="http://schemas.microsoft.com/office/drawing/2014/main" id="{613D7CCF-F866-EF94-5BDD-95332541ACB6}"/>
              </a:ext>
            </a:extLst>
          </p:cNvPr>
          <p:cNvSpPr txBox="1"/>
          <p:nvPr/>
        </p:nvSpPr>
        <p:spPr>
          <a:xfrm>
            <a:off x="967278" y="6485659"/>
            <a:ext cx="1349612" cy="1203278"/>
          </a:xfrm>
          <a:prstGeom prst="rect">
            <a:avLst/>
          </a:prstGeom>
          <a:noFill/>
          <a:ln>
            <a:noFill/>
          </a:ln>
        </p:spPr>
        <p:txBody>
          <a:bodyPr spcFirstLastPara="1" wrap="square" lIns="0" tIns="0" rIns="0" bIns="0" anchor="t" anchorCtr="0">
            <a:spAutoFit/>
          </a:bodyPr>
          <a:lstStyle/>
          <a:p>
            <a:pPr marL="0" marR="0" lvl="0" indent="0" algn="ctr" rtl="0">
              <a:lnSpc>
                <a:spcPct val="119996"/>
              </a:lnSpc>
              <a:spcBef>
                <a:spcPts val="0"/>
              </a:spcBef>
              <a:spcAft>
                <a:spcPts val="0"/>
              </a:spcAft>
              <a:buNone/>
            </a:pPr>
            <a:r>
              <a:rPr lang="en-US" sz="6516" b="0" i="0" u="none" strike="noStrike" cap="none" dirty="0">
                <a:solidFill>
                  <a:srgbClr val="FFFFFF"/>
                </a:solidFill>
                <a:latin typeface="Anton"/>
                <a:ea typeface="Anton"/>
                <a:cs typeface="Anton"/>
                <a:sym typeface="Anton"/>
              </a:rPr>
              <a:t>04</a:t>
            </a:r>
            <a:endParaRPr dirty="0"/>
          </a:p>
        </p:txBody>
      </p:sp>
      <p:sp>
        <p:nvSpPr>
          <p:cNvPr id="21" name="Google Shape;228;p12">
            <a:extLst>
              <a:ext uri="{FF2B5EF4-FFF2-40B4-BE49-F238E27FC236}">
                <a16:creationId xmlns:a16="http://schemas.microsoft.com/office/drawing/2014/main" id="{7302F520-5C81-0D51-5AC0-F860AD727D96}"/>
              </a:ext>
            </a:extLst>
          </p:cNvPr>
          <p:cNvSpPr txBox="1"/>
          <p:nvPr/>
        </p:nvSpPr>
        <p:spPr>
          <a:xfrm>
            <a:off x="2997355" y="5416718"/>
            <a:ext cx="8247391" cy="1102097"/>
          </a:xfrm>
          <a:prstGeom prst="rect">
            <a:avLst/>
          </a:prstGeom>
          <a:noFill/>
          <a:ln>
            <a:noFill/>
          </a:ln>
        </p:spPr>
        <p:txBody>
          <a:bodyPr spcFirstLastPara="1" wrap="square" lIns="0" tIns="0" rIns="0" bIns="0" anchor="t" anchorCtr="0">
            <a:spAutoFit/>
          </a:bodyPr>
          <a:lstStyle/>
          <a:p>
            <a:pPr marL="0" marR="0" lvl="0" indent="0" algn="l" rtl="0">
              <a:lnSpc>
                <a:spcPct val="119986"/>
              </a:lnSpc>
              <a:spcBef>
                <a:spcPts val="0"/>
              </a:spcBef>
              <a:spcAft>
                <a:spcPts val="0"/>
              </a:spcAft>
              <a:buNone/>
            </a:pPr>
            <a:r>
              <a:rPr lang="en-US" sz="4568" b="0" i="0" u="none" strike="noStrike" cap="none" dirty="0">
                <a:solidFill>
                  <a:srgbClr val="0F1A38"/>
                </a:solidFill>
                <a:latin typeface="Anton"/>
                <a:ea typeface="Anton"/>
                <a:cs typeface="Anton"/>
                <a:sym typeface="Anton"/>
              </a:rPr>
              <a:t>Smart Library Management System</a:t>
            </a:r>
          </a:p>
          <a:p>
            <a:pPr marL="0" marR="0" lvl="0" indent="0" algn="l" rtl="0">
              <a:lnSpc>
                <a:spcPct val="119986"/>
              </a:lnSpc>
              <a:spcBef>
                <a:spcPts val="0"/>
              </a:spcBef>
              <a:spcAft>
                <a:spcPts val="0"/>
              </a:spcAft>
              <a:buNone/>
            </a:pPr>
            <a:endParaRPr dirty="0"/>
          </a:p>
        </p:txBody>
      </p:sp>
      <p:sp>
        <p:nvSpPr>
          <p:cNvPr id="22" name="Google Shape;228;p12">
            <a:extLst>
              <a:ext uri="{FF2B5EF4-FFF2-40B4-BE49-F238E27FC236}">
                <a16:creationId xmlns:a16="http://schemas.microsoft.com/office/drawing/2014/main" id="{0E922233-E694-948A-A10B-14379338186C}"/>
              </a:ext>
            </a:extLst>
          </p:cNvPr>
          <p:cNvSpPr txBox="1"/>
          <p:nvPr/>
        </p:nvSpPr>
        <p:spPr>
          <a:xfrm>
            <a:off x="3060841" y="8267874"/>
            <a:ext cx="8247391" cy="1102097"/>
          </a:xfrm>
          <a:prstGeom prst="rect">
            <a:avLst/>
          </a:prstGeom>
          <a:noFill/>
          <a:ln>
            <a:noFill/>
          </a:ln>
        </p:spPr>
        <p:txBody>
          <a:bodyPr spcFirstLastPara="1" wrap="square" lIns="0" tIns="0" rIns="0" bIns="0" anchor="t" anchorCtr="0">
            <a:spAutoFit/>
          </a:bodyPr>
          <a:lstStyle/>
          <a:p>
            <a:pPr marL="0" marR="0" lvl="0" indent="0" algn="l" rtl="0">
              <a:lnSpc>
                <a:spcPct val="119986"/>
              </a:lnSpc>
              <a:spcBef>
                <a:spcPts val="0"/>
              </a:spcBef>
              <a:spcAft>
                <a:spcPts val="0"/>
              </a:spcAft>
              <a:buNone/>
            </a:pPr>
            <a:r>
              <a:rPr lang="en-US" sz="4568" b="0" i="0" u="none" strike="noStrike" cap="none" dirty="0">
                <a:solidFill>
                  <a:srgbClr val="0F1A38"/>
                </a:solidFill>
                <a:latin typeface="Anton"/>
                <a:ea typeface="Anton"/>
                <a:cs typeface="Anton"/>
                <a:sym typeface="Anton"/>
              </a:rPr>
              <a:t>Conclusion</a:t>
            </a:r>
          </a:p>
          <a:p>
            <a:pPr marL="0" marR="0" lvl="0" indent="0" algn="l" rtl="0">
              <a:lnSpc>
                <a:spcPct val="119986"/>
              </a:lnSpc>
              <a:spcBef>
                <a:spcPts val="0"/>
              </a:spcBef>
              <a:spcAft>
                <a:spcPts val="0"/>
              </a:spcAft>
              <a:buNone/>
            </a:pPr>
            <a:endParaRPr dirty="0"/>
          </a:p>
        </p:txBody>
      </p:sp>
      <p:sp>
        <p:nvSpPr>
          <p:cNvPr id="23" name="Google Shape;228;p12">
            <a:extLst>
              <a:ext uri="{FF2B5EF4-FFF2-40B4-BE49-F238E27FC236}">
                <a16:creationId xmlns:a16="http://schemas.microsoft.com/office/drawing/2014/main" id="{F68176E5-B1CF-B9EE-6F5B-B7B82CBD4568}"/>
              </a:ext>
            </a:extLst>
          </p:cNvPr>
          <p:cNvSpPr txBox="1"/>
          <p:nvPr/>
        </p:nvSpPr>
        <p:spPr>
          <a:xfrm>
            <a:off x="3060841" y="6792663"/>
            <a:ext cx="8247391" cy="1102097"/>
          </a:xfrm>
          <a:prstGeom prst="rect">
            <a:avLst/>
          </a:prstGeom>
          <a:noFill/>
          <a:ln>
            <a:noFill/>
          </a:ln>
        </p:spPr>
        <p:txBody>
          <a:bodyPr spcFirstLastPara="1" wrap="square" lIns="0" tIns="0" rIns="0" bIns="0" anchor="t" anchorCtr="0">
            <a:spAutoFit/>
          </a:bodyPr>
          <a:lstStyle/>
          <a:p>
            <a:pPr marL="0" marR="0" lvl="0" indent="0" algn="l" rtl="0">
              <a:lnSpc>
                <a:spcPct val="119986"/>
              </a:lnSpc>
              <a:spcBef>
                <a:spcPts val="0"/>
              </a:spcBef>
              <a:spcAft>
                <a:spcPts val="0"/>
              </a:spcAft>
              <a:buNone/>
            </a:pPr>
            <a:r>
              <a:rPr lang="en-US" sz="4568" b="0" i="0" u="none" strike="noStrike" cap="none" dirty="0">
                <a:solidFill>
                  <a:srgbClr val="0F1A38"/>
                </a:solidFill>
                <a:latin typeface="Anton"/>
                <a:ea typeface="Anton"/>
                <a:cs typeface="Anton"/>
                <a:sym typeface="Anton"/>
              </a:rPr>
              <a:t>Project Demonstration</a:t>
            </a:r>
          </a:p>
          <a:p>
            <a:pPr marL="0" marR="0" lvl="0" indent="0" algn="l" rtl="0">
              <a:lnSpc>
                <a:spcPct val="119986"/>
              </a:lnSpc>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050" name="Picture 2" descr="Artificial Intelligence Stock Photos, Images and Backgrounds ...">
            <a:extLst>
              <a:ext uri="{FF2B5EF4-FFF2-40B4-BE49-F238E27FC236}">
                <a16:creationId xmlns:a16="http://schemas.microsoft.com/office/drawing/2014/main" id="{6483C04D-E090-27B8-8362-09E5F3D61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2684" y="-460537"/>
            <a:ext cx="12641963" cy="9474705"/>
          </a:xfrm>
          <a:prstGeom prst="rect">
            <a:avLst/>
          </a:prstGeom>
          <a:noFill/>
          <a:extLst>
            <a:ext uri="{909E8E84-426E-40DD-AFC4-6F175D3DCCD1}">
              <a14:hiddenFill xmlns:a14="http://schemas.microsoft.com/office/drawing/2010/main">
                <a:solidFill>
                  <a:srgbClr val="FFFFFF"/>
                </a:solidFill>
              </a14:hiddenFill>
            </a:ext>
          </a:extLst>
        </p:spPr>
      </p:pic>
      <p:grpSp>
        <p:nvGrpSpPr>
          <p:cNvPr id="248" name="Google Shape;248;p13"/>
          <p:cNvGrpSpPr/>
          <p:nvPr/>
        </p:nvGrpSpPr>
        <p:grpSpPr>
          <a:xfrm rot="-2981227">
            <a:off x="1849492" y="-5183988"/>
            <a:ext cx="13218743" cy="34175000"/>
            <a:chOff x="0" y="-47625"/>
            <a:chExt cx="3481480" cy="9000823"/>
          </a:xfrm>
        </p:grpSpPr>
        <p:sp>
          <p:nvSpPr>
            <p:cNvPr id="249" name="Google Shape;249;p13"/>
            <p:cNvSpPr/>
            <p:nvPr/>
          </p:nvSpPr>
          <p:spPr>
            <a:xfrm>
              <a:off x="0" y="0"/>
              <a:ext cx="3481480" cy="8953198"/>
            </a:xfrm>
            <a:custGeom>
              <a:avLst/>
              <a:gdLst/>
              <a:ahLst/>
              <a:cxnLst/>
              <a:rect l="l" t="t" r="r" b="b"/>
              <a:pathLst>
                <a:path w="3481480" h="8953198" extrusionOk="0">
                  <a:moveTo>
                    <a:pt x="0" y="0"/>
                  </a:moveTo>
                  <a:lnTo>
                    <a:pt x="3481480" y="0"/>
                  </a:lnTo>
                  <a:lnTo>
                    <a:pt x="3481480" y="8953198"/>
                  </a:lnTo>
                  <a:lnTo>
                    <a:pt x="0" y="8953198"/>
                  </a:lnTo>
                  <a:close/>
                </a:path>
              </a:pathLst>
            </a:custGeom>
            <a:solidFill>
              <a:srgbClr val="0F1A38"/>
            </a:solidFill>
            <a:ln>
              <a:noFill/>
            </a:ln>
          </p:spPr>
        </p:sp>
        <p:sp>
          <p:nvSpPr>
            <p:cNvPr id="250" name="Google Shape;250;p13"/>
            <p:cNvSpPr txBox="1"/>
            <p:nvPr/>
          </p:nvSpPr>
          <p:spPr>
            <a:xfrm>
              <a:off x="0" y="-47625"/>
              <a:ext cx="3481480" cy="900082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3" name="Google Shape;263;p13"/>
          <p:cNvGrpSpPr/>
          <p:nvPr/>
        </p:nvGrpSpPr>
        <p:grpSpPr>
          <a:xfrm rot="2700000">
            <a:off x="16014983" y="8312498"/>
            <a:ext cx="2847030" cy="3027856"/>
            <a:chOff x="0" y="-47625"/>
            <a:chExt cx="749835" cy="797460"/>
          </a:xfrm>
        </p:grpSpPr>
        <p:sp>
          <p:nvSpPr>
            <p:cNvPr id="264" name="Google Shape;264;p13"/>
            <p:cNvSpPr/>
            <p:nvPr/>
          </p:nvSpPr>
          <p:spPr>
            <a:xfrm>
              <a:off x="0" y="0"/>
              <a:ext cx="749835" cy="749835"/>
            </a:xfrm>
            <a:custGeom>
              <a:avLst/>
              <a:gdLst/>
              <a:ahLst/>
              <a:cxnLst/>
              <a:rect l="l" t="t" r="r" b="b"/>
              <a:pathLst>
                <a:path w="749835" h="749835" extrusionOk="0">
                  <a:moveTo>
                    <a:pt x="0" y="0"/>
                  </a:moveTo>
                  <a:lnTo>
                    <a:pt x="749835" y="0"/>
                  </a:lnTo>
                  <a:lnTo>
                    <a:pt x="749835" y="749835"/>
                  </a:lnTo>
                  <a:lnTo>
                    <a:pt x="0" y="749835"/>
                  </a:lnTo>
                  <a:close/>
                </a:path>
              </a:pathLst>
            </a:custGeom>
            <a:solidFill>
              <a:srgbClr val="5271FF"/>
            </a:solidFill>
            <a:ln>
              <a:noFill/>
            </a:ln>
          </p:spPr>
        </p:sp>
        <p:sp>
          <p:nvSpPr>
            <p:cNvPr id="265" name="Google Shape;265;p13"/>
            <p:cNvSpPr txBox="1"/>
            <p:nvPr/>
          </p:nvSpPr>
          <p:spPr>
            <a:xfrm>
              <a:off x="0" y="-47625"/>
              <a:ext cx="749835" cy="79746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6" name="Google Shape;266;p13"/>
          <p:cNvGrpSpPr/>
          <p:nvPr/>
        </p:nvGrpSpPr>
        <p:grpSpPr>
          <a:xfrm rot="2700000">
            <a:off x="-3849025" y="7162461"/>
            <a:ext cx="4260593" cy="4254387"/>
            <a:chOff x="0" y="-47625"/>
            <a:chExt cx="749835" cy="797460"/>
          </a:xfrm>
        </p:grpSpPr>
        <p:sp>
          <p:nvSpPr>
            <p:cNvPr id="267" name="Google Shape;267;p13"/>
            <p:cNvSpPr/>
            <p:nvPr/>
          </p:nvSpPr>
          <p:spPr>
            <a:xfrm>
              <a:off x="0" y="0"/>
              <a:ext cx="749835" cy="749835"/>
            </a:xfrm>
            <a:custGeom>
              <a:avLst/>
              <a:gdLst/>
              <a:ahLst/>
              <a:cxnLst/>
              <a:rect l="l" t="t" r="r" b="b"/>
              <a:pathLst>
                <a:path w="749835" h="749835" extrusionOk="0">
                  <a:moveTo>
                    <a:pt x="0" y="0"/>
                  </a:moveTo>
                  <a:lnTo>
                    <a:pt x="749835" y="0"/>
                  </a:lnTo>
                  <a:lnTo>
                    <a:pt x="749835" y="749835"/>
                  </a:lnTo>
                  <a:lnTo>
                    <a:pt x="0" y="749835"/>
                  </a:lnTo>
                  <a:close/>
                </a:path>
              </a:pathLst>
            </a:custGeom>
            <a:solidFill>
              <a:srgbClr val="5271FF"/>
            </a:solidFill>
            <a:ln>
              <a:noFill/>
            </a:ln>
          </p:spPr>
        </p:sp>
        <p:sp>
          <p:nvSpPr>
            <p:cNvPr id="268" name="Google Shape;268;p13"/>
            <p:cNvSpPr txBox="1"/>
            <p:nvPr/>
          </p:nvSpPr>
          <p:spPr>
            <a:xfrm>
              <a:off x="0" y="-47625"/>
              <a:ext cx="749835" cy="79746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2" name="Google Shape;272;p13"/>
          <p:cNvGrpSpPr/>
          <p:nvPr/>
        </p:nvGrpSpPr>
        <p:grpSpPr>
          <a:xfrm rot="2700000">
            <a:off x="14470289" y="8788288"/>
            <a:ext cx="2741636" cy="2922462"/>
            <a:chOff x="0" y="-47625"/>
            <a:chExt cx="722077" cy="769702"/>
          </a:xfrm>
        </p:grpSpPr>
        <p:sp>
          <p:nvSpPr>
            <p:cNvPr id="273" name="Google Shape;273;p13"/>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274" name="Google Shape;274;p13"/>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9" name="Google Shape;269;p13"/>
          <p:cNvGrpSpPr/>
          <p:nvPr/>
        </p:nvGrpSpPr>
        <p:grpSpPr>
          <a:xfrm rot="2700000">
            <a:off x="5646198" y="-2746847"/>
            <a:ext cx="4604867" cy="5085181"/>
            <a:chOff x="0" y="-47625"/>
            <a:chExt cx="722077" cy="769702"/>
          </a:xfrm>
        </p:grpSpPr>
        <p:sp>
          <p:nvSpPr>
            <p:cNvPr id="270" name="Google Shape;270;p13"/>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271" name="Google Shape;271;p13"/>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0" name="Google Shape;260;p13"/>
          <p:cNvSpPr txBox="1"/>
          <p:nvPr/>
        </p:nvSpPr>
        <p:spPr>
          <a:xfrm>
            <a:off x="812036" y="441152"/>
            <a:ext cx="13374983" cy="1329467"/>
          </a:xfrm>
          <a:prstGeom prst="rect">
            <a:avLst/>
          </a:prstGeom>
          <a:noFill/>
          <a:ln>
            <a:noFill/>
          </a:ln>
        </p:spPr>
        <p:txBody>
          <a:bodyPr spcFirstLastPara="1" wrap="square" lIns="0" tIns="0" rIns="0" bIns="0" anchor="t" anchorCtr="0">
            <a:spAutoFit/>
          </a:bodyPr>
          <a:lstStyle/>
          <a:p>
            <a:pPr lvl="0">
              <a:lnSpc>
                <a:spcPct val="120002"/>
              </a:lnSpc>
            </a:pPr>
            <a:r>
              <a:rPr lang="en-US" sz="7199" dirty="0">
                <a:solidFill>
                  <a:srgbClr val="FFFFFF"/>
                </a:solidFill>
                <a:latin typeface="Anton"/>
                <a:ea typeface="Anton"/>
                <a:cs typeface="Anton"/>
                <a:sym typeface="Anton"/>
              </a:rPr>
              <a:t>TOPICS COVERED DURING INTERNSHIP</a:t>
            </a:r>
            <a:endParaRPr dirty="0"/>
          </a:p>
        </p:txBody>
      </p:sp>
      <p:sp>
        <p:nvSpPr>
          <p:cNvPr id="262" name="Google Shape;262;p13"/>
          <p:cNvSpPr txBox="1"/>
          <p:nvPr/>
        </p:nvSpPr>
        <p:spPr>
          <a:xfrm>
            <a:off x="1046945" y="2938201"/>
            <a:ext cx="7966364" cy="861774"/>
          </a:xfrm>
          <a:prstGeom prst="rect">
            <a:avLst/>
          </a:prstGeom>
          <a:noFill/>
          <a:ln>
            <a:noFill/>
          </a:ln>
        </p:spPr>
        <p:txBody>
          <a:bodyPr spcFirstLastPara="1" wrap="square" lIns="0" tIns="0" rIns="0" bIns="0" anchor="t" anchorCtr="0">
            <a:spAutoFit/>
          </a:bodyPr>
          <a:lstStyle/>
          <a:p>
            <a:pPr lvl="0"/>
            <a:r>
              <a:rPr lang="en-US" sz="2800" dirty="0">
                <a:solidFill>
                  <a:srgbClr val="FFFFFF"/>
                </a:solidFill>
                <a:latin typeface="Montserrat"/>
                <a:ea typeface="Montserrat"/>
                <a:cs typeface="Montserrat"/>
                <a:sym typeface="Montserrat"/>
              </a:rPr>
              <a:t>Introduction to the topic being taught. Roadmap and tools to be used.</a:t>
            </a:r>
            <a:endParaRPr sz="2800" dirty="0"/>
          </a:p>
        </p:txBody>
      </p:sp>
      <p:sp>
        <p:nvSpPr>
          <p:cNvPr id="2" name="Google Shape;228;p12">
            <a:extLst>
              <a:ext uri="{FF2B5EF4-FFF2-40B4-BE49-F238E27FC236}">
                <a16:creationId xmlns:a16="http://schemas.microsoft.com/office/drawing/2014/main" id="{E1922006-F0C8-5B35-5F7A-FDA389247A60}"/>
              </a:ext>
            </a:extLst>
          </p:cNvPr>
          <p:cNvSpPr txBox="1"/>
          <p:nvPr/>
        </p:nvSpPr>
        <p:spPr>
          <a:xfrm>
            <a:off x="681345" y="2248860"/>
            <a:ext cx="10119200" cy="843564"/>
          </a:xfrm>
          <a:prstGeom prst="rect">
            <a:avLst/>
          </a:prstGeom>
          <a:noFill/>
          <a:ln>
            <a:noFill/>
          </a:ln>
        </p:spPr>
        <p:txBody>
          <a:bodyPr spcFirstLastPara="1" wrap="square" lIns="0" tIns="0" rIns="0" bIns="0" anchor="t" anchorCtr="0">
            <a:spAutoFit/>
          </a:bodyPr>
          <a:lstStyle/>
          <a:p>
            <a:pPr marL="325438" lvl="0" indent="-325438">
              <a:lnSpc>
                <a:spcPct val="119986"/>
              </a:lnSpc>
              <a:buClr>
                <a:schemeClr val="accent2"/>
              </a:buClr>
              <a:buFont typeface="Arial" panose="020B0604020202020204" pitchFamily="34" charset="0"/>
              <a:buChar char="•"/>
            </a:pPr>
            <a:r>
              <a:rPr lang="en-US" sz="4568" dirty="0">
                <a:solidFill>
                  <a:schemeClr val="accent2"/>
                </a:solidFill>
                <a:latin typeface="Anton"/>
                <a:ea typeface="Anton"/>
                <a:cs typeface="Anton"/>
                <a:sym typeface="Anton"/>
              </a:rPr>
              <a:t>Introduction To Artificial Intelligence:</a:t>
            </a:r>
            <a:endParaRPr dirty="0"/>
          </a:p>
        </p:txBody>
      </p:sp>
      <p:sp>
        <p:nvSpPr>
          <p:cNvPr id="3" name="Google Shape;262;p13">
            <a:extLst>
              <a:ext uri="{FF2B5EF4-FFF2-40B4-BE49-F238E27FC236}">
                <a16:creationId xmlns:a16="http://schemas.microsoft.com/office/drawing/2014/main" id="{46A5AA05-9351-3A91-4DBA-96647321F4FA}"/>
              </a:ext>
            </a:extLst>
          </p:cNvPr>
          <p:cNvSpPr txBox="1"/>
          <p:nvPr/>
        </p:nvSpPr>
        <p:spPr>
          <a:xfrm>
            <a:off x="1025236" y="4810400"/>
            <a:ext cx="9601200" cy="861774"/>
          </a:xfrm>
          <a:prstGeom prst="rect">
            <a:avLst/>
          </a:prstGeom>
          <a:noFill/>
          <a:ln>
            <a:noFill/>
          </a:ln>
        </p:spPr>
        <p:txBody>
          <a:bodyPr spcFirstLastPara="1" wrap="square" lIns="0" tIns="0" rIns="0" bIns="0" anchor="t" anchorCtr="0">
            <a:spAutoFit/>
          </a:bodyPr>
          <a:lstStyle/>
          <a:p>
            <a:pPr lvl="0"/>
            <a:r>
              <a:rPr lang="en-US" sz="2800" dirty="0">
                <a:solidFill>
                  <a:srgbClr val="FFFFFF"/>
                </a:solidFill>
                <a:latin typeface="Montserrat"/>
                <a:ea typeface="Montserrat"/>
                <a:cs typeface="Montserrat"/>
                <a:sym typeface="Montserrat"/>
              </a:rPr>
              <a:t>A programming language for creating machine learning models was taught.</a:t>
            </a:r>
          </a:p>
        </p:txBody>
      </p:sp>
      <p:sp>
        <p:nvSpPr>
          <p:cNvPr id="4" name="Google Shape;228;p12">
            <a:extLst>
              <a:ext uri="{FF2B5EF4-FFF2-40B4-BE49-F238E27FC236}">
                <a16:creationId xmlns:a16="http://schemas.microsoft.com/office/drawing/2014/main" id="{785455C0-5FE7-0F37-6A42-5857560AA786}"/>
              </a:ext>
            </a:extLst>
          </p:cNvPr>
          <p:cNvSpPr txBox="1"/>
          <p:nvPr/>
        </p:nvSpPr>
        <p:spPr>
          <a:xfrm>
            <a:off x="659636" y="4149609"/>
            <a:ext cx="10119200" cy="843564"/>
          </a:xfrm>
          <a:prstGeom prst="rect">
            <a:avLst/>
          </a:prstGeom>
          <a:noFill/>
          <a:ln>
            <a:noFill/>
          </a:ln>
        </p:spPr>
        <p:txBody>
          <a:bodyPr spcFirstLastPara="1" wrap="square" lIns="0" tIns="0" rIns="0" bIns="0" anchor="t" anchorCtr="0">
            <a:spAutoFit/>
          </a:bodyPr>
          <a:lstStyle/>
          <a:p>
            <a:pPr marL="325438" lvl="0" indent="-325438">
              <a:lnSpc>
                <a:spcPct val="119986"/>
              </a:lnSpc>
              <a:buClr>
                <a:schemeClr val="accent2"/>
              </a:buClr>
              <a:buFont typeface="Arial" panose="020B0604020202020204" pitchFamily="34" charset="0"/>
              <a:buChar char="•"/>
            </a:pPr>
            <a:r>
              <a:rPr lang="en-US" sz="4568" dirty="0">
                <a:solidFill>
                  <a:schemeClr val="accent2"/>
                </a:solidFill>
                <a:latin typeface="Anton"/>
                <a:ea typeface="Anton"/>
                <a:cs typeface="Anton"/>
                <a:sym typeface="Anton"/>
              </a:rPr>
              <a:t>Programming In Python:</a:t>
            </a:r>
            <a:endParaRPr dirty="0"/>
          </a:p>
        </p:txBody>
      </p:sp>
      <p:sp>
        <p:nvSpPr>
          <p:cNvPr id="5" name="Google Shape;262;p13">
            <a:extLst>
              <a:ext uri="{FF2B5EF4-FFF2-40B4-BE49-F238E27FC236}">
                <a16:creationId xmlns:a16="http://schemas.microsoft.com/office/drawing/2014/main" id="{5528B02C-4048-5D64-90B3-6C76C6C864A1}"/>
              </a:ext>
            </a:extLst>
          </p:cNvPr>
          <p:cNvSpPr txBox="1"/>
          <p:nvPr/>
        </p:nvSpPr>
        <p:spPr>
          <a:xfrm>
            <a:off x="1025235" y="6677536"/>
            <a:ext cx="11346873" cy="861774"/>
          </a:xfrm>
          <a:prstGeom prst="rect">
            <a:avLst/>
          </a:prstGeom>
          <a:noFill/>
          <a:ln>
            <a:noFill/>
          </a:ln>
        </p:spPr>
        <p:txBody>
          <a:bodyPr spcFirstLastPara="1" wrap="square" lIns="0" tIns="0" rIns="0" bIns="0" anchor="t" anchorCtr="0">
            <a:spAutoFit/>
          </a:bodyPr>
          <a:lstStyle/>
          <a:p>
            <a:pPr lvl="0"/>
            <a:r>
              <a:rPr lang="en-US" sz="2800" dirty="0">
                <a:solidFill>
                  <a:srgbClr val="FFFFFF"/>
                </a:solidFill>
                <a:latin typeface="Montserrat"/>
                <a:ea typeface="Montserrat"/>
                <a:cs typeface="Montserrat"/>
                <a:sym typeface="Montserrat"/>
              </a:rPr>
              <a:t>How raw data is managed, cleaned, processed for machine learning algorithms.</a:t>
            </a:r>
            <a:endParaRPr sz="2800" dirty="0"/>
          </a:p>
        </p:txBody>
      </p:sp>
      <p:sp>
        <p:nvSpPr>
          <p:cNvPr id="6" name="Google Shape;228;p12">
            <a:extLst>
              <a:ext uri="{FF2B5EF4-FFF2-40B4-BE49-F238E27FC236}">
                <a16:creationId xmlns:a16="http://schemas.microsoft.com/office/drawing/2014/main" id="{1E073A42-39F7-399F-BE0E-4B867654577B}"/>
              </a:ext>
            </a:extLst>
          </p:cNvPr>
          <p:cNvSpPr txBox="1"/>
          <p:nvPr/>
        </p:nvSpPr>
        <p:spPr>
          <a:xfrm>
            <a:off x="659636" y="6010184"/>
            <a:ext cx="10119200" cy="843564"/>
          </a:xfrm>
          <a:prstGeom prst="rect">
            <a:avLst/>
          </a:prstGeom>
          <a:noFill/>
          <a:ln>
            <a:noFill/>
          </a:ln>
        </p:spPr>
        <p:txBody>
          <a:bodyPr spcFirstLastPara="1" wrap="square" lIns="0" tIns="0" rIns="0" bIns="0" anchor="t" anchorCtr="0">
            <a:spAutoFit/>
          </a:bodyPr>
          <a:lstStyle/>
          <a:p>
            <a:pPr marL="325438" lvl="0" indent="-325438">
              <a:lnSpc>
                <a:spcPct val="119986"/>
              </a:lnSpc>
              <a:buClr>
                <a:schemeClr val="accent2"/>
              </a:buClr>
              <a:buFont typeface="Arial" panose="020B0604020202020204" pitchFamily="34" charset="0"/>
              <a:buChar char="•"/>
            </a:pPr>
            <a:r>
              <a:rPr lang="en-US" sz="4568" dirty="0">
                <a:solidFill>
                  <a:schemeClr val="accent2"/>
                </a:solidFill>
                <a:latin typeface="Anton"/>
                <a:ea typeface="Anton"/>
                <a:cs typeface="Anton"/>
                <a:sym typeface="Anton"/>
              </a:rPr>
              <a:t>Data Analysis: </a:t>
            </a:r>
            <a:endParaRPr dirty="0"/>
          </a:p>
        </p:txBody>
      </p:sp>
      <p:sp>
        <p:nvSpPr>
          <p:cNvPr id="9" name="Google Shape;262;p13">
            <a:extLst>
              <a:ext uri="{FF2B5EF4-FFF2-40B4-BE49-F238E27FC236}">
                <a16:creationId xmlns:a16="http://schemas.microsoft.com/office/drawing/2014/main" id="{D72F2660-78F4-35C1-3A61-8C6D69E40323}"/>
              </a:ext>
            </a:extLst>
          </p:cNvPr>
          <p:cNvSpPr txBox="1"/>
          <p:nvPr/>
        </p:nvSpPr>
        <p:spPr>
          <a:xfrm>
            <a:off x="1025235" y="8492527"/>
            <a:ext cx="11346873" cy="861774"/>
          </a:xfrm>
          <a:prstGeom prst="rect">
            <a:avLst/>
          </a:prstGeom>
          <a:noFill/>
          <a:ln>
            <a:noFill/>
          </a:ln>
        </p:spPr>
        <p:txBody>
          <a:bodyPr spcFirstLastPara="1" wrap="square" lIns="0" tIns="0" rIns="0" bIns="0" anchor="t" anchorCtr="0">
            <a:spAutoFit/>
          </a:bodyPr>
          <a:lstStyle/>
          <a:p>
            <a:pPr lvl="0"/>
            <a:r>
              <a:rPr lang="en-US" sz="2800" dirty="0">
                <a:solidFill>
                  <a:srgbClr val="FFFFFF"/>
                </a:solidFill>
                <a:latin typeface="Montserrat"/>
                <a:ea typeface="Montserrat"/>
                <a:cs typeface="Montserrat"/>
                <a:sym typeface="Montserrat"/>
              </a:rPr>
              <a:t>Machine Leaning introduction and algorithms and hands-on work on projects.</a:t>
            </a:r>
          </a:p>
        </p:txBody>
      </p:sp>
      <p:sp>
        <p:nvSpPr>
          <p:cNvPr id="10" name="Google Shape;228;p12">
            <a:extLst>
              <a:ext uri="{FF2B5EF4-FFF2-40B4-BE49-F238E27FC236}">
                <a16:creationId xmlns:a16="http://schemas.microsoft.com/office/drawing/2014/main" id="{744071D0-D88F-21F3-497A-DFD00547AF30}"/>
              </a:ext>
            </a:extLst>
          </p:cNvPr>
          <p:cNvSpPr txBox="1"/>
          <p:nvPr/>
        </p:nvSpPr>
        <p:spPr>
          <a:xfrm>
            <a:off x="659636" y="7825175"/>
            <a:ext cx="10119200" cy="843564"/>
          </a:xfrm>
          <a:prstGeom prst="rect">
            <a:avLst/>
          </a:prstGeom>
          <a:noFill/>
          <a:ln>
            <a:noFill/>
          </a:ln>
        </p:spPr>
        <p:txBody>
          <a:bodyPr spcFirstLastPara="1" wrap="square" lIns="0" tIns="0" rIns="0" bIns="0" anchor="t" anchorCtr="0">
            <a:spAutoFit/>
          </a:bodyPr>
          <a:lstStyle/>
          <a:p>
            <a:pPr marL="325438" lvl="0" indent="-325438">
              <a:lnSpc>
                <a:spcPct val="119986"/>
              </a:lnSpc>
              <a:buClr>
                <a:schemeClr val="accent2"/>
              </a:buClr>
              <a:buFont typeface="Arial" panose="020B0604020202020204" pitchFamily="34" charset="0"/>
              <a:buChar char="•"/>
            </a:pPr>
            <a:r>
              <a:rPr lang="en-US" sz="4568" dirty="0">
                <a:solidFill>
                  <a:schemeClr val="accent2"/>
                </a:solidFill>
                <a:latin typeface="Anton"/>
                <a:ea typeface="Anton"/>
                <a:cs typeface="Anton"/>
                <a:sym typeface="Anton"/>
              </a:rPr>
              <a:t>Machine Learning: </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5">
          <a:extLst>
            <a:ext uri="{FF2B5EF4-FFF2-40B4-BE49-F238E27FC236}">
              <a16:creationId xmlns:a16="http://schemas.microsoft.com/office/drawing/2014/main" id="{E1E62FBC-929D-B29F-707C-95E2322123A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1E2894D-CA5A-16D5-AC8D-FE7ACD65F1DB}"/>
              </a:ext>
            </a:extLst>
          </p:cNvPr>
          <p:cNvPicPr>
            <a:picLocks noChangeAspect="1"/>
          </p:cNvPicPr>
          <p:nvPr/>
        </p:nvPicPr>
        <p:blipFill>
          <a:blip r:embed="rId3"/>
          <a:stretch>
            <a:fillRect/>
          </a:stretch>
        </p:blipFill>
        <p:spPr>
          <a:xfrm>
            <a:off x="1067409" y="667898"/>
            <a:ext cx="16153182" cy="8951203"/>
          </a:xfrm>
          <a:prstGeom prst="rect">
            <a:avLst/>
          </a:prstGeom>
        </p:spPr>
      </p:pic>
      <p:grpSp>
        <p:nvGrpSpPr>
          <p:cNvPr id="698" name="Google Shape;698;p27">
            <a:extLst>
              <a:ext uri="{FF2B5EF4-FFF2-40B4-BE49-F238E27FC236}">
                <a16:creationId xmlns:a16="http://schemas.microsoft.com/office/drawing/2014/main" id="{FADC6170-ECB4-99BA-93D7-0B4551242796}"/>
              </a:ext>
            </a:extLst>
          </p:cNvPr>
          <p:cNvGrpSpPr/>
          <p:nvPr/>
        </p:nvGrpSpPr>
        <p:grpSpPr>
          <a:xfrm rot="2700000">
            <a:off x="2516815" y="9118524"/>
            <a:ext cx="2596748" cy="2777574"/>
            <a:chOff x="0" y="-47625"/>
            <a:chExt cx="683917" cy="731542"/>
          </a:xfrm>
        </p:grpSpPr>
        <p:sp>
          <p:nvSpPr>
            <p:cNvPr id="699" name="Google Shape;699;p27">
              <a:extLst>
                <a:ext uri="{FF2B5EF4-FFF2-40B4-BE49-F238E27FC236}">
                  <a16:creationId xmlns:a16="http://schemas.microsoft.com/office/drawing/2014/main" id="{2A9CE940-2037-035B-169C-BACF8AB7C067}"/>
                </a:ext>
              </a:extLst>
            </p:cNvPr>
            <p:cNvSpPr/>
            <p:nvPr/>
          </p:nvSpPr>
          <p:spPr>
            <a:xfrm>
              <a:off x="0" y="0"/>
              <a:ext cx="683917" cy="683917"/>
            </a:xfrm>
            <a:custGeom>
              <a:avLst/>
              <a:gdLst/>
              <a:ahLst/>
              <a:cxnLst/>
              <a:rect l="l" t="t" r="r" b="b"/>
              <a:pathLst>
                <a:path w="683917" h="683917" extrusionOk="0">
                  <a:moveTo>
                    <a:pt x="0" y="0"/>
                  </a:moveTo>
                  <a:lnTo>
                    <a:pt x="683917" y="0"/>
                  </a:lnTo>
                  <a:lnTo>
                    <a:pt x="683917" y="683917"/>
                  </a:lnTo>
                  <a:lnTo>
                    <a:pt x="0" y="683917"/>
                  </a:lnTo>
                  <a:close/>
                </a:path>
              </a:pathLst>
            </a:custGeom>
            <a:solidFill>
              <a:srgbClr val="5271FF"/>
            </a:solidFill>
            <a:ln>
              <a:noFill/>
            </a:ln>
          </p:spPr>
        </p:sp>
        <p:sp>
          <p:nvSpPr>
            <p:cNvPr id="700" name="Google Shape;700;p27">
              <a:extLst>
                <a:ext uri="{FF2B5EF4-FFF2-40B4-BE49-F238E27FC236}">
                  <a16:creationId xmlns:a16="http://schemas.microsoft.com/office/drawing/2014/main" id="{CF9AA1BB-E09C-E45E-259F-32751B49247A}"/>
                </a:ext>
              </a:extLst>
            </p:cNvPr>
            <p:cNvSpPr txBox="1"/>
            <p:nvPr/>
          </p:nvSpPr>
          <p:spPr>
            <a:xfrm>
              <a:off x="0" y="-47625"/>
              <a:ext cx="683917" cy="73154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95" name="Google Shape;695;p27">
            <a:extLst>
              <a:ext uri="{FF2B5EF4-FFF2-40B4-BE49-F238E27FC236}">
                <a16:creationId xmlns:a16="http://schemas.microsoft.com/office/drawing/2014/main" id="{2891410E-D758-233F-2EB0-34A5DCF465B0}"/>
              </a:ext>
            </a:extLst>
          </p:cNvPr>
          <p:cNvGrpSpPr/>
          <p:nvPr/>
        </p:nvGrpSpPr>
        <p:grpSpPr>
          <a:xfrm rot="2700000">
            <a:off x="7316775" y="-1667670"/>
            <a:ext cx="2596748" cy="2777574"/>
            <a:chOff x="0" y="-47625"/>
            <a:chExt cx="683917" cy="731542"/>
          </a:xfrm>
        </p:grpSpPr>
        <p:sp>
          <p:nvSpPr>
            <p:cNvPr id="696" name="Google Shape;696;p27">
              <a:extLst>
                <a:ext uri="{FF2B5EF4-FFF2-40B4-BE49-F238E27FC236}">
                  <a16:creationId xmlns:a16="http://schemas.microsoft.com/office/drawing/2014/main" id="{60A892BE-980B-DC4E-5B11-8A7EAFEDC3F8}"/>
                </a:ext>
              </a:extLst>
            </p:cNvPr>
            <p:cNvSpPr/>
            <p:nvPr/>
          </p:nvSpPr>
          <p:spPr>
            <a:xfrm>
              <a:off x="0" y="0"/>
              <a:ext cx="683917" cy="683917"/>
            </a:xfrm>
            <a:custGeom>
              <a:avLst/>
              <a:gdLst/>
              <a:ahLst/>
              <a:cxnLst/>
              <a:rect l="l" t="t" r="r" b="b"/>
              <a:pathLst>
                <a:path w="683917" h="683917" extrusionOk="0">
                  <a:moveTo>
                    <a:pt x="0" y="0"/>
                  </a:moveTo>
                  <a:lnTo>
                    <a:pt x="683917" y="0"/>
                  </a:lnTo>
                  <a:lnTo>
                    <a:pt x="683917" y="683917"/>
                  </a:lnTo>
                  <a:lnTo>
                    <a:pt x="0" y="683917"/>
                  </a:lnTo>
                  <a:close/>
                </a:path>
              </a:pathLst>
            </a:custGeom>
            <a:solidFill>
              <a:srgbClr val="5271FF"/>
            </a:solidFill>
            <a:ln>
              <a:noFill/>
            </a:ln>
          </p:spPr>
        </p:sp>
        <p:sp>
          <p:nvSpPr>
            <p:cNvPr id="697" name="Google Shape;697;p27">
              <a:extLst>
                <a:ext uri="{FF2B5EF4-FFF2-40B4-BE49-F238E27FC236}">
                  <a16:creationId xmlns:a16="http://schemas.microsoft.com/office/drawing/2014/main" id="{4CF926AC-98F8-6F5B-B978-91D338B5D141}"/>
                </a:ext>
              </a:extLst>
            </p:cNvPr>
            <p:cNvSpPr txBox="1"/>
            <p:nvPr/>
          </p:nvSpPr>
          <p:spPr>
            <a:xfrm>
              <a:off x="0" y="-47625"/>
              <a:ext cx="683917" cy="73154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01" name="Google Shape;701;p27">
            <a:extLst>
              <a:ext uri="{FF2B5EF4-FFF2-40B4-BE49-F238E27FC236}">
                <a16:creationId xmlns:a16="http://schemas.microsoft.com/office/drawing/2014/main" id="{AF857C75-5BFD-F9CA-8172-2E9AD3106FB7}"/>
              </a:ext>
            </a:extLst>
          </p:cNvPr>
          <p:cNvGrpSpPr/>
          <p:nvPr/>
        </p:nvGrpSpPr>
        <p:grpSpPr>
          <a:xfrm rot="2700000">
            <a:off x="17425393" y="1442166"/>
            <a:ext cx="2741636" cy="2922462"/>
            <a:chOff x="0" y="-47625"/>
            <a:chExt cx="722077" cy="769702"/>
          </a:xfrm>
        </p:grpSpPr>
        <p:sp>
          <p:nvSpPr>
            <p:cNvPr id="702" name="Google Shape;702;p27">
              <a:extLst>
                <a:ext uri="{FF2B5EF4-FFF2-40B4-BE49-F238E27FC236}">
                  <a16:creationId xmlns:a16="http://schemas.microsoft.com/office/drawing/2014/main" id="{10DA03F8-00CD-4E23-CEF3-A637E0CF2F6B}"/>
                </a:ext>
              </a:extLst>
            </p:cNvPr>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703" name="Google Shape;703;p27">
              <a:extLst>
                <a:ext uri="{FF2B5EF4-FFF2-40B4-BE49-F238E27FC236}">
                  <a16:creationId xmlns:a16="http://schemas.microsoft.com/office/drawing/2014/main" id="{8DB46722-4FD6-ED53-7EAF-59390844F43F}"/>
                </a:ext>
              </a:extLst>
            </p:cNvPr>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4292721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grpSp>
        <p:nvGrpSpPr>
          <p:cNvPr id="379" name="Google Shape;379;p17"/>
          <p:cNvGrpSpPr/>
          <p:nvPr/>
        </p:nvGrpSpPr>
        <p:grpSpPr>
          <a:xfrm rot="-5400000">
            <a:off x="11255548" y="-3407499"/>
            <a:ext cx="14275800" cy="20220155"/>
            <a:chOff x="0" y="-47625"/>
            <a:chExt cx="3759881" cy="5325473"/>
          </a:xfrm>
        </p:grpSpPr>
        <p:sp>
          <p:nvSpPr>
            <p:cNvPr id="380" name="Google Shape;380;p17"/>
            <p:cNvSpPr/>
            <p:nvPr/>
          </p:nvSpPr>
          <p:spPr>
            <a:xfrm>
              <a:off x="0" y="0"/>
              <a:ext cx="3759881" cy="5277848"/>
            </a:xfrm>
            <a:custGeom>
              <a:avLst/>
              <a:gdLst/>
              <a:ahLst/>
              <a:cxnLst/>
              <a:rect l="l" t="t" r="r" b="b"/>
              <a:pathLst>
                <a:path w="3759881" h="5277848" extrusionOk="0">
                  <a:moveTo>
                    <a:pt x="0" y="0"/>
                  </a:moveTo>
                  <a:lnTo>
                    <a:pt x="3759881" y="0"/>
                  </a:lnTo>
                  <a:lnTo>
                    <a:pt x="3759881" y="5277848"/>
                  </a:lnTo>
                  <a:lnTo>
                    <a:pt x="0" y="5277848"/>
                  </a:lnTo>
                  <a:close/>
                </a:path>
              </a:pathLst>
            </a:custGeom>
            <a:solidFill>
              <a:srgbClr val="0F1A38"/>
            </a:solidFill>
            <a:ln>
              <a:noFill/>
            </a:ln>
          </p:spPr>
        </p:sp>
        <p:sp>
          <p:nvSpPr>
            <p:cNvPr id="381" name="Google Shape;381;p17"/>
            <p:cNvSpPr txBox="1"/>
            <p:nvPr/>
          </p:nvSpPr>
          <p:spPr>
            <a:xfrm>
              <a:off x="0" y="-47625"/>
              <a:ext cx="3759881" cy="532547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0" name="Google Shape;390;p17"/>
          <p:cNvSpPr txBox="1"/>
          <p:nvPr/>
        </p:nvSpPr>
        <p:spPr>
          <a:xfrm>
            <a:off x="787475" y="834489"/>
            <a:ext cx="7251248" cy="132959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7200" b="0" i="0" u="none" strike="noStrike" cap="none" dirty="0">
                <a:solidFill>
                  <a:srgbClr val="0F1A38"/>
                </a:solidFill>
                <a:latin typeface="Anton"/>
                <a:ea typeface="Anton"/>
                <a:cs typeface="Anton"/>
                <a:sym typeface="Anton"/>
              </a:rPr>
              <a:t>PROBLEM STATEMENT</a:t>
            </a:r>
            <a:endParaRPr dirty="0"/>
          </a:p>
        </p:txBody>
      </p:sp>
      <p:sp>
        <p:nvSpPr>
          <p:cNvPr id="391" name="Google Shape;391;p17"/>
          <p:cNvSpPr txBox="1"/>
          <p:nvPr/>
        </p:nvSpPr>
        <p:spPr>
          <a:xfrm>
            <a:off x="609694" y="2373650"/>
            <a:ext cx="7843907" cy="707886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0" i="0" u="none" strike="noStrike" cap="none" dirty="0">
                <a:solidFill>
                  <a:srgbClr val="0F1A38"/>
                </a:solidFill>
                <a:latin typeface="Montserrat"/>
                <a:ea typeface="Montserrat"/>
                <a:cs typeface="Montserrat"/>
                <a:sym typeface="Montserrat"/>
              </a:rPr>
              <a:t>Current library operations suffer from inefficient book tracking, high administrative overhead, and poor user engagement due to fragmented processes.</a:t>
            </a:r>
          </a:p>
          <a:p>
            <a:pPr marL="0" marR="0" lvl="0" indent="0" algn="l" rtl="0">
              <a:lnSpc>
                <a:spcPct val="100000"/>
              </a:lnSpc>
              <a:spcBef>
                <a:spcPts val="0"/>
              </a:spcBef>
              <a:spcAft>
                <a:spcPts val="0"/>
              </a:spcAft>
              <a:buNone/>
            </a:pPr>
            <a:endParaRPr lang="en-US" sz="2300" b="0" i="0" u="none" strike="noStrike" cap="none" dirty="0">
              <a:solidFill>
                <a:srgbClr val="0F1A38"/>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US" sz="2300" b="0" i="0" u="none" strike="noStrike" cap="none" dirty="0">
                <a:solidFill>
                  <a:srgbClr val="0F1A38"/>
                </a:solidFill>
                <a:latin typeface="Montserrat"/>
                <a:ea typeface="Montserrat"/>
                <a:cs typeface="Montserrat"/>
                <a:sym typeface="Montserrat"/>
              </a:rPr>
              <a:t>Specifically, the library faces three critical challenges:</a:t>
            </a:r>
          </a:p>
          <a:p>
            <a:pPr marL="0" marR="0" lvl="0" indent="0" algn="l" rtl="0">
              <a:lnSpc>
                <a:spcPct val="100000"/>
              </a:lnSpc>
              <a:spcBef>
                <a:spcPts val="0"/>
              </a:spcBef>
              <a:spcAft>
                <a:spcPts val="0"/>
              </a:spcAft>
              <a:buNone/>
            </a:pPr>
            <a:endParaRPr lang="en-US" sz="2300" b="0" i="0" u="none" strike="noStrike" cap="none" dirty="0">
              <a:solidFill>
                <a:srgbClr val="0F1A38"/>
              </a:solidFill>
              <a:latin typeface="Montserrat"/>
              <a:ea typeface="Montserrat"/>
              <a:cs typeface="Montserrat"/>
              <a:sym typeface="Montserrat"/>
            </a:endParaRPr>
          </a:p>
          <a:p>
            <a:pPr marL="342900" lvl="0" indent="-342900">
              <a:buFont typeface="Arial" panose="020B0604020202020204" pitchFamily="34" charset="0"/>
              <a:buChar char="•"/>
            </a:pPr>
            <a:r>
              <a:rPr lang="en-US" sz="2300" b="1" dirty="0">
                <a:solidFill>
                  <a:schemeClr val="accent2"/>
                </a:solidFill>
                <a:latin typeface="Montserrat"/>
                <a:ea typeface="Montserrat"/>
                <a:cs typeface="Montserrat"/>
                <a:sym typeface="Montserrat"/>
              </a:rPr>
              <a:t>OPERATIONAL INEFFICIENCIES: </a:t>
            </a:r>
            <a:r>
              <a:rPr lang="en-US" sz="2300" b="0" i="0" u="none" strike="noStrike" cap="none" dirty="0">
                <a:solidFill>
                  <a:srgbClr val="0F1A38"/>
                </a:solidFill>
                <a:latin typeface="Montserrat"/>
                <a:ea typeface="Montserrat"/>
                <a:cs typeface="Montserrat"/>
                <a:sym typeface="Montserrat"/>
              </a:rPr>
              <a:t>Manual book checkout, return, and catalog searches lead to long </a:t>
            </a:r>
          </a:p>
          <a:p>
            <a:pPr marL="360363" lvl="0"/>
            <a:r>
              <a:rPr lang="en-US" sz="2300" b="0" i="0" u="none" strike="noStrike" cap="none" dirty="0">
                <a:solidFill>
                  <a:srgbClr val="0F1A38"/>
                </a:solidFill>
                <a:latin typeface="Montserrat"/>
                <a:ea typeface="Montserrat"/>
                <a:cs typeface="Montserrat"/>
                <a:sym typeface="Montserrat"/>
              </a:rPr>
              <a:t>wait times and frequent errors in inventory logs.</a:t>
            </a:r>
          </a:p>
          <a:p>
            <a:pPr marR="0" lvl="0" algn="l" rtl="0">
              <a:lnSpc>
                <a:spcPct val="100000"/>
              </a:lnSpc>
              <a:spcBef>
                <a:spcPts val="0"/>
              </a:spcBef>
              <a:spcAft>
                <a:spcPts val="0"/>
              </a:spcAft>
            </a:pPr>
            <a:endParaRPr lang="en-US" sz="2300" b="0" i="0" u="none" strike="noStrike" cap="none" dirty="0">
              <a:solidFill>
                <a:srgbClr val="0F1A38"/>
              </a:solidFill>
              <a:latin typeface="Montserrat"/>
              <a:ea typeface="Montserrat"/>
              <a:cs typeface="Montserrat"/>
              <a:sym typeface="Montserrat"/>
            </a:endParaRPr>
          </a:p>
          <a:p>
            <a:pPr marL="342900" lvl="0" indent="-342900">
              <a:buFont typeface="Arial" panose="020B0604020202020204" pitchFamily="34" charset="0"/>
              <a:buChar char="•"/>
            </a:pPr>
            <a:r>
              <a:rPr lang="en-US" sz="2300" b="1" dirty="0">
                <a:solidFill>
                  <a:schemeClr val="accent2"/>
                </a:solidFill>
                <a:latin typeface="Montserrat"/>
                <a:ea typeface="Montserrat"/>
                <a:cs typeface="Montserrat"/>
                <a:sym typeface="Montserrat"/>
              </a:rPr>
              <a:t>LACK OF REAL-TIME VISIBILITY: </a:t>
            </a:r>
            <a:r>
              <a:rPr lang="en-US" sz="2300" b="0" i="0" u="none" strike="noStrike" cap="none" dirty="0">
                <a:solidFill>
                  <a:srgbClr val="0F1A38"/>
                </a:solidFill>
                <a:latin typeface="Montserrat"/>
                <a:ea typeface="Montserrat"/>
                <a:cs typeface="Montserrat"/>
                <a:sym typeface="Montserrat"/>
              </a:rPr>
              <a:t>Members cannot easily check book availability, hold status, or due dates remotely, leading to missed return windows and unexpected late fees.</a:t>
            </a:r>
          </a:p>
          <a:p>
            <a:pPr marL="342900" marR="0" lvl="0" indent="-342900" algn="l" rtl="0">
              <a:lnSpc>
                <a:spcPct val="100000"/>
              </a:lnSpc>
              <a:spcBef>
                <a:spcPts val="0"/>
              </a:spcBef>
              <a:spcAft>
                <a:spcPts val="0"/>
              </a:spcAft>
              <a:buFont typeface="Arial" panose="020B0604020202020204" pitchFamily="34" charset="0"/>
              <a:buChar char="•"/>
            </a:pPr>
            <a:endParaRPr lang="en-US" sz="2300" b="0" i="0" u="none" strike="noStrike" cap="none" dirty="0">
              <a:solidFill>
                <a:srgbClr val="0F1A38"/>
              </a:solidFill>
              <a:latin typeface="Montserrat"/>
              <a:ea typeface="Montserrat"/>
              <a:cs typeface="Montserrat"/>
              <a:sym typeface="Montserrat"/>
            </a:endParaRPr>
          </a:p>
          <a:p>
            <a:pPr marL="342900" lvl="0" indent="-342900">
              <a:buFont typeface="Arial" panose="020B0604020202020204" pitchFamily="34" charset="0"/>
              <a:buChar char="•"/>
            </a:pPr>
            <a:r>
              <a:rPr lang="en-US" sz="2300" b="1" dirty="0">
                <a:solidFill>
                  <a:schemeClr val="accent2"/>
                </a:solidFill>
                <a:latin typeface="Montserrat"/>
                <a:ea typeface="Montserrat"/>
                <a:cs typeface="Montserrat"/>
                <a:sym typeface="Montserrat"/>
              </a:rPr>
              <a:t>INADEQUATE REPORTING &amp; INSIGHTS: </a:t>
            </a:r>
          </a:p>
          <a:p>
            <a:pPr marL="360363" lvl="0"/>
            <a:r>
              <a:rPr lang="en-US" sz="2300" b="0" i="0" u="none" strike="noStrike" cap="none" dirty="0">
                <a:solidFill>
                  <a:srgbClr val="0F1A38"/>
                </a:solidFill>
                <a:latin typeface="Montserrat"/>
                <a:ea typeface="Montserrat"/>
                <a:cs typeface="Montserrat"/>
                <a:sym typeface="Montserrat"/>
              </a:rPr>
              <a:t>Administrators lack automated tools to track popular genres, member activity trends, fine collection </a:t>
            </a:r>
          </a:p>
          <a:p>
            <a:pPr marL="360363" lvl="0"/>
            <a:r>
              <a:rPr lang="en-US" sz="2300" b="0" i="0" u="none" strike="noStrike" cap="none" dirty="0">
                <a:solidFill>
                  <a:srgbClr val="0F1A38"/>
                </a:solidFill>
                <a:latin typeface="Montserrat"/>
                <a:ea typeface="Montserrat"/>
                <a:cs typeface="Montserrat"/>
                <a:sym typeface="Montserrat"/>
              </a:rPr>
              <a:t>analytics, or lost/damaged inventory.</a:t>
            </a:r>
          </a:p>
        </p:txBody>
      </p:sp>
      <p:grpSp>
        <p:nvGrpSpPr>
          <p:cNvPr id="392" name="Google Shape;392;p17"/>
          <p:cNvGrpSpPr/>
          <p:nvPr/>
        </p:nvGrpSpPr>
        <p:grpSpPr>
          <a:xfrm rot="2700000">
            <a:off x="5580805" y="-1461674"/>
            <a:ext cx="2017192" cy="2082107"/>
            <a:chOff x="0" y="-47625"/>
            <a:chExt cx="531277" cy="548374"/>
          </a:xfrm>
        </p:grpSpPr>
        <p:sp>
          <p:nvSpPr>
            <p:cNvPr id="393" name="Google Shape;393;p17"/>
            <p:cNvSpPr/>
            <p:nvPr/>
          </p:nvSpPr>
          <p:spPr>
            <a:xfrm>
              <a:off x="0" y="0"/>
              <a:ext cx="531277" cy="500749"/>
            </a:xfrm>
            <a:custGeom>
              <a:avLst/>
              <a:gdLst/>
              <a:ahLst/>
              <a:cxnLst/>
              <a:rect l="l" t="t" r="r" b="b"/>
              <a:pathLst>
                <a:path w="531277" h="500749" extrusionOk="0">
                  <a:moveTo>
                    <a:pt x="0" y="0"/>
                  </a:moveTo>
                  <a:lnTo>
                    <a:pt x="531277" y="0"/>
                  </a:lnTo>
                  <a:lnTo>
                    <a:pt x="531277" y="500749"/>
                  </a:lnTo>
                  <a:lnTo>
                    <a:pt x="0" y="500749"/>
                  </a:lnTo>
                  <a:close/>
                </a:path>
              </a:pathLst>
            </a:custGeom>
            <a:solidFill>
              <a:srgbClr val="5271FF"/>
            </a:solidFill>
            <a:ln>
              <a:noFill/>
            </a:ln>
          </p:spPr>
        </p:sp>
        <p:sp>
          <p:nvSpPr>
            <p:cNvPr id="394" name="Google Shape;394;p17"/>
            <p:cNvSpPr txBox="1"/>
            <p:nvPr/>
          </p:nvSpPr>
          <p:spPr>
            <a:xfrm>
              <a:off x="0" y="-47625"/>
              <a:ext cx="531277" cy="5483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5" name="Google Shape;395;p17"/>
          <p:cNvGrpSpPr/>
          <p:nvPr/>
        </p:nvGrpSpPr>
        <p:grpSpPr>
          <a:xfrm rot="2700000">
            <a:off x="17592716" y="-733334"/>
            <a:ext cx="2017192" cy="2082107"/>
            <a:chOff x="0" y="-47625"/>
            <a:chExt cx="531277" cy="548374"/>
          </a:xfrm>
        </p:grpSpPr>
        <p:sp>
          <p:nvSpPr>
            <p:cNvPr id="396" name="Google Shape;396;p17"/>
            <p:cNvSpPr/>
            <p:nvPr/>
          </p:nvSpPr>
          <p:spPr>
            <a:xfrm>
              <a:off x="0" y="0"/>
              <a:ext cx="531277" cy="500749"/>
            </a:xfrm>
            <a:custGeom>
              <a:avLst/>
              <a:gdLst/>
              <a:ahLst/>
              <a:cxnLst/>
              <a:rect l="l" t="t" r="r" b="b"/>
              <a:pathLst>
                <a:path w="531277" h="500749" extrusionOk="0">
                  <a:moveTo>
                    <a:pt x="0" y="0"/>
                  </a:moveTo>
                  <a:lnTo>
                    <a:pt x="531277" y="0"/>
                  </a:lnTo>
                  <a:lnTo>
                    <a:pt x="531277" y="500749"/>
                  </a:lnTo>
                  <a:lnTo>
                    <a:pt x="0" y="500749"/>
                  </a:lnTo>
                  <a:close/>
                </a:path>
              </a:pathLst>
            </a:custGeom>
            <a:solidFill>
              <a:srgbClr val="5271FF"/>
            </a:solidFill>
            <a:ln>
              <a:noFill/>
            </a:ln>
          </p:spPr>
        </p:sp>
        <p:sp>
          <p:nvSpPr>
            <p:cNvPr id="397" name="Google Shape;397;p17"/>
            <p:cNvSpPr txBox="1"/>
            <p:nvPr/>
          </p:nvSpPr>
          <p:spPr>
            <a:xfrm>
              <a:off x="0" y="-47625"/>
              <a:ext cx="531277" cy="54837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8" name="Google Shape;398;p17"/>
          <p:cNvGrpSpPr/>
          <p:nvPr/>
        </p:nvGrpSpPr>
        <p:grpSpPr>
          <a:xfrm rot="2700000">
            <a:off x="-651717" y="9671764"/>
            <a:ext cx="2741636" cy="2922462"/>
            <a:chOff x="0" y="-47625"/>
            <a:chExt cx="722077" cy="769702"/>
          </a:xfrm>
        </p:grpSpPr>
        <p:sp>
          <p:nvSpPr>
            <p:cNvPr id="399" name="Google Shape;399;p17"/>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400" name="Google Shape;400;p17"/>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1" name="Google Shape;401;p17"/>
          <p:cNvGrpSpPr/>
          <p:nvPr/>
        </p:nvGrpSpPr>
        <p:grpSpPr>
          <a:xfrm rot="2700000">
            <a:off x="2129137" y="10109064"/>
            <a:ext cx="2741636" cy="2922462"/>
            <a:chOff x="0" y="-47625"/>
            <a:chExt cx="722077" cy="769702"/>
          </a:xfrm>
        </p:grpSpPr>
        <p:sp>
          <p:nvSpPr>
            <p:cNvPr id="402" name="Google Shape;402;p17"/>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403" name="Google Shape;403;p17"/>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5" name="Picture 4">
            <a:extLst>
              <a:ext uri="{FF2B5EF4-FFF2-40B4-BE49-F238E27FC236}">
                <a16:creationId xmlns:a16="http://schemas.microsoft.com/office/drawing/2014/main" id="{1BE44ED3-5802-92D0-62D8-9BA99EF89B16}"/>
              </a:ext>
            </a:extLst>
          </p:cNvPr>
          <p:cNvPicPr>
            <a:picLocks noChangeAspect="1"/>
          </p:cNvPicPr>
          <p:nvPr/>
        </p:nvPicPr>
        <p:blipFill>
          <a:blip r:embed="rId3"/>
          <a:stretch>
            <a:fillRect/>
          </a:stretch>
        </p:blipFill>
        <p:spPr>
          <a:xfrm>
            <a:off x="9143450" y="1050759"/>
            <a:ext cx="8523826" cy="4407932"/>
          </a:xfrm>
          <a:prstGeom prst="rect">
            <a:avLst/>
          </a:prstGeom>
        </p:spPr>
      </p:pic>
      <p:pic>
        <p:nvPicPr>
          <p:cNvPr id="1026" name="Picture 2" descr="Library | ICMR National Institute for Research in Tuberculosis | Government  of India">
            <a:extLst>
              <a:ext uri="{FF2B5EF4-FFF2-40B4-BE49-F238E27FC236}">
                <a16:creationId xmlns:a16="http://schemas.microsoft.com/office/drawing/2014/main" id="{8704D4DE-C701-FA55-FD9C-0FCB7698DD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3450" y="5604050"/>
            <a:ext cx="8534856" cy="38576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Shape 278"/>
        <p:cNvGrpSpPr/>
        <p:nvPr/>
      </p:nvGrpSpPr>
      <p:grpSpPr>
        <a:xfrm>
          <a:off x="0" y="0"/>
          <a:ext cx="0" cy="0"/>
          <a:chOff x="0" y="0"/>
          <a:chExt cx="0" cy="0"/>
        </a:xfrm>
      </p:grpSpPr>
      <p:grpSp>
        <p:nvGrpSpPr>
          <p:cNvPr id="292" name="Google Shape;292;p14"/>
          <p:cNvGrpSpPr/>
          <p:nvPr/>
        </p:nvGrpSpPr>
        <p:grpSpPr>
          <a:xfrm rot="2700000">
            <a:off x="18155055" y="1417073"/>
            <a:ext cx="2741636" cy="2922462"/>
            <a:chOff x="0" y="-47625"/>
            <a:chExt cx="722077" cy="769702"/>
          </a:xfrm>
        </p:grpSpPr>
        <p:sp>
          <p:nvSpPr>
            <p:cNvPr id="293" name="Google Shape;293;p14"/>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294" name="Google Shape;294;p14"/>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7" name="Picture 6">
            <a:extLst>
              <a:ext uri="{FF2B5EF4-FFF2-40B4-BE49-F238E27FC236}">
                <a16:creationId xmlns:a16="http://schemas.microsoft.com/office/drawing/2014/main" id="{C96715E1-3B23-17AF-CFBD-369BFF54B1E2}"/>
              </a:ext>
            </a:extLst>
          </p:cNvPr>
          <p:cNvPicPr>
            <a:picLocks noChangeAspect="1"/>
          </p:cNvPicPr>
          <p:nvPr/>
        </p:nvPicPr>
        <p:blipFill>
          <a:blip r:embed="rId3"/>
          <a:stretch>
            <a:fillRect/>
          </a:stretch>
        </p:blipFill>
        <p:spPr>
          <a:xfrm>
            <a:off x="850986" y="541221"/>
            <a:ext cx="16586027" cy="9263602"/>
          </a:xfrm>
          <a:prstGeom prst="rect">
            <a:avLst/>
          </a:prstGeom>
        </p:spPr>
      </p:pic>
      <p:grpSp>
        <p:nvGrpSpPr>
          <p:cNvPr id="289" name="Google Shape;289;p14"/>
          <p:cNvGrpSpPr/>
          <p:nvPr/>
        </p:nvGrpSpPr>
        <p:grpSpPr>
          <a:xfrm rot="2700000">
            <a:off x="-2480828" y="5294332"/>
            <a:ext cx="2741636" cy="2922462"/>
            <a:chOff x="0" y="-47625"/>
            <a:chExt cx="722077" cy="769702"/>
          </a:xfrm>
        </p:grpSpPr>
        <p:sp>
          <p:nvSpPr>
            <p:cNvPr id="290" name="Google Shape;290;p14"/>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291" name="Google Shape;291;p14"/>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 name="Google Shape;390;p17">
            <a:extLst>
              <a:ext uri="{FF2B5EF4-FFF2-40B4-BE49-F238E27FC236}">
                <a16:creationId xmlns:a16="http://schemas.microsoft.com/office/drawing/2014/main" id="{A8296C6D-4FA2-D664-C413-03422BBE6A6C}"/>
              </a:ext>
            </a:extLst>
          </p:cNvPr>
          <p:cNvSpPr txBox="1"/>
          <p:nvPr/>
        </p:nvSpPr>
        <p:spPr>
          <a:xfrm>
            <a:off x="4245302" y="7428530"/>
            <a:ext cx="9838961" cy="26591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7200" b="0" i="0" u="none" strike="noStrike" cap="none" dirty="0">
                <a:solidFill>
                  <a:srgbClr val="0F1A38"/>
                </a:solidFill>
                <a:latin typeface="Anton"/>
                <a:ea typeface="Anton"/>
                <a:cs typeface="Anton"/>
                <a:sym typeface="Anton"/>
              </a:rPr>
              <a:t>SMART LIBRARY MANAGEMENT SYSTEM</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9" name="Google Shape;489;p20"/>
          <p:cNvSpPr txBox="1"/>
          <p:nvPr/>
        </p:nvSpPr>
        <p:spPr>
          <a:xfrm>
            <a:off x="787475" y="3344531"/>
            <a:ext cx="9298634" cy="4222694"/>
          </a:xfrm>
          <a:prstGeom prst="rect">
            <a:avLst/>
          </a:prstGeom>
          <a:noFill/>
          <a:ln>
            <a:noFill/>
          </a:ln>
        </p:spPr>
        <p:txBody>
          <a:bodyPr spcFirstLastPara="1" wrap="square" lIns="0" tIns="0" rIns="0" bIns="0" anchor="t" anchorCtr="0">
            <a:spAutoFit/>
          </a:bodyPr>
          <a:lstStyle/>
          <a:p>
            <a:pPr lvl="0">
              <a:lnSpc>
                <a:spcPct val="140000"/>
              </a:lnSpc>
            </a:pPr>
            <a:r>
              <a:rPr lang="en-US" sz="2800" dirty="0">
                <a:solidFill>
                  <a:srgbClr val="0F1A38"/>
                </a:solidFill>
                <a:latin typeface="Montserrat"/>
                <a:ea typeface="Montserrat"/>
                <a:cs typeface="Montserrat"/>
                <a:sym typeface="Montserrat"/>
              </a:rPr>
              <a:t>The Smart Library Management System works on the concepts of Machine Learning where in you can register yourself as a member and allocate the records of books being issued or sold and the duration left for return. It only requires the face recognition of the individual issuing the book and his/her college/institute details.</a:t>
            </a:r>
            <a:endParaRPr sz="2800" dirty="0"/>
          </a:p>
        </p:txBody>
      </p:sp>
      <p:grpSp>
        <p:nvGrpSpPr>
          <p:cNvPr id="500" name="Google Shape;500;p20"/>
          <p:cNvGrpSpPr/>
          <p:nvPr/>
        </p:nvGrpSpPr>
        <p:grpSpPr>
          <a:xfrm rot="-2981227">
            <a:off x="15996017" y="-13944338"/>
            <a:ext cx="14275800" cy="34175000"/>
            <a:chOff x="0" y="-47625"/>
            <a:chExt cx="3759881" cy="9000823"/>
          </a:xfrm>
        </p:grpSpPr>
        <p:sp>
          <p:nvSpPr>
            <p:cNvPr id="501" name="Google Shape;501;p20"/>
            <p:cNvSpPr/>
            <p:nvPr/>
          </p:nvSpPr>
          <p:spPr>
            <a:xfrm>
              <a:off x="0" y="0"/>
              <a:ext cx="3759881" cy="8953198"/>
            </a:xfrm>
            <a:custGeom>
              <a:avLst/>
              <a:gdLst/>
              <a:ahLst/>
              <a:cxnLst/>
              <a:rect l="l" t="t" r="r" b="b"/>
              <a:pathLst>
                <a:path w="3759881" h="8953198" extrusionOk="0">
                  <a:moveTo>
                    <a:pt x="0" y="0"/>
                  </a:moveTo>
                  <a:lnTo>
                    <a:pt x="3759881" y="0"/>
                  </a:lnTo>
                  <a:lnTo>
                    <a:pt x="3759881" y="8953198"/>
                  </a:lnTo>
                  <a:lnTo>
                    <a:pt x="0" y="8953198"/>
                  </a:lnTo>
                  <a:close/>
                </a:path>
              </a:pathLst>
            </a:custGeom>
            <a:solidFill>
              <a:srgbClr val="0F1A38"/>
            </a:solidFill>
            <a:ln>
              <a:noFill/>
            </a:ln>
          </p:spPr>
        </p:sp>
        <p:sp>
          <p:nvSpPr>
            <p:cNvPr id="502" name="Google Shape;502;p20"/>
            <p:cNvSpPr txBox="1"/>
            <p:nvPr/>
          </p:nvSpPr>
          <p:spPr>
            <a:xfrm>
              <a:off x="0" y="-47625"/>
              <a:ext cx="3759881" cy="900082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3" name="Google Shape;503;p20"/>
          <p:cNvGrpSpPr/>
          <p:nvPr/>
        </p:nvGrpSpPr>
        <p:grpSpPr>
          <a:xfrm rot="2700000">
            <a:off x="7569635" y="-2119694"/>
            <a:ext cx="2741636" cy="2922462"/>
            <a:chOff x="0" y="-47625"/>
            <a:chExt cx="722077" cy="769702"/>
          </a:xfrm>
        </p:grpSpPr>
        <p:sp>
          <p:nvSpPr>
            <p:cNvPr id="504" name="Google Shape;504;p2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505" name="Google Shape;505;p20"/>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6" name="Google Shape;506;p20"/>
          <p:cNvGrpSpPr/>
          <p:nvPr/>
        </p:nvGrpSpPr>
        <p:grpSpPr>
          <a:xfrm rot="2700000">
            <a:off x="14392851" y="8761837"/>
            <a:ext cx="2741636" cy="2922462"/>
            <a:chOff x="0" y="-47625"/>
            <a:chExt cx="722077" cy="769702"/>
          </a:xfrm>
        </p:grpSpPr>
        <p:sp>
          <p:nvSpPr>
            <p:cNvPr id="507" name="Google Shape;507;p2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271FF"/>
            </a:solidFill>
            <a:ln>
              <a:noFill/>
            </a:ln>
          </p:spPr>
        </p:sp>
        <p:sp>
          <p:nvSpPr>
            <p:cNvPr id="508" name="Google Shape;508;p20"/>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9" name="Google Shape;509;p20"/>
          <p:cNvGrpSpPr/>
          <p:nvPr/>
        </p:nvGrpSpPr>
        <p:grpSpPr>
          <a:xfrm rot="2700000">
            <a:off x="17187878" y="1429810"/>
            <a:ext cx="2741636" cy="2922462"/>
            <a:chOff x="0" y="-47625"/>
            <a:chExt cx="722077" cy="769702"/>
          </a:xfrm>
        </p:grpSpPr>
        <p:sp>
          <p:nvSpPr>
            <p:cNvPr id="510" name="Google Shape;510;p2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511" name="Google Shape;511;p20"/>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2" name="Google Shape;512;p20"/>
          <p:cNvGrpSpPr/>
          <p:nvPr/>
        </p:nvGrpSpPr>
        <p:grpSpPr>
          <a:xfrm rot="2700000">
            <a:off x="5898485" y="9671766"/>
            <a:ext cx="2741636" cy="2922462"/>
            <a:chOff x="0" y="-47625"/>
            <a:chExt cx="722077" cy="769702"/>
          </a:xfrm>
        </p:grpSpPr>
        <p:sp>
          <p:nvSpPr>
            <p:cNvPr id="513" name="Google Shape;513;p2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514" name="Google Shape;514;p20"/>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 name="Picture 1">
            <a:extLst>
              <a:ext uri="{FF2B5EF4-FFF2-40B4-BE49-F238E27FC236}">
                <a16:creationId xmlns:a16="http://schemas.microsoft.com/office/drawing/2014/main" id="{6AB5E4C6-6E92-ECD6-67EE-AA4BBD23DE5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0323581" y="1555028"/>
            <a:ext cx="7176944" cy="7176944"/>
          </a:xfrm>
          <a:prstGeom prst="rect">
            <a:avLst/>
          </a:prstGeom>
        </p:spPr>
      </p:pic>
      <p:sp>
        <p:nvSpPr>
          <p:cNvPr id="486" name="Google Shape;486;p20"/>
          <p:cNvSpPr txBox="1"/>
          <p:nvPr/>
        </p:nvSpPr>
        <p:spPr>
          <a:xfrm>
            <a:off x="626863" y="750739"/>
            <a:ext cx="10599293" cy="132959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7200" b="0" i="0" u="none" strike="noStrike" cap="none" dirty="0">
                <a:solidFill>
                  <a:srgbClr val="0F1A38"/>
                </a:solidFill>
                <a:latin typeface="Anton"/>
                <a:ea typeface="Anton"/>
                <a:cs typeface="Anton"/>
                <a:sym typeface="Anton"/>
              </a:rPr>
              <a:t>PROJECT DEMONSTRATION</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2" name="Google Shape;672;p26"/>
          <p:cNvSpPr txBox="1"/>
          <p:nvPr/>
        </p:nvSpPr>
        <p:spPr>
          <a:xfrm>
            <a:off x="693499" y="7850399"/>
            <a:ext cx="7734484" cy="22002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7200" b="0" i="0" u="none" strike="noStrike" cap="none" dirty="0">
                <a:solidFill>
                  <a:srgbClr val="FFFFFF"/>
                </a:solidFill>
                <a:latin typeface="Anton"/>
                <a:ea typeface="Anton"/>
                <a:cs typeface="Anton"/>
                <a:sym typeface="Anton"/>
              </a:rPr>
              <a:t>A PICTURE IS WORTH A THOUSAND WORDS</a:t>
            </a:r>
            <a:endParaRPr dirty="0"/>
          </a:p>
        </p:txBody>
      </p:sp>
      <p:grpSp>
        <p:nvGrpSpPr>
          <p:cNvPr id="673" name="Google Shape;673;p26"/>
          <p:cNvGrpSpPr/>
          <p:nvPr/>
        </p:nvGrpSpPr>
        <p:grpSpPr>
          <a:xfrm rot="2700000">
            <a:off x="10325725" y="-1735041"/>
            <a:ext cx="2596748" cy="2777574"/>
            <a:chOff x="0" y="-47625"/>
            <a:chExt cx="683917" cy="731542"/>
          </a:xfrm>
        </p:grpSpPr>
        <p:sp>
          <p:nvSpPr>
            <p:cNvPr id="674" name="Google Shape;674;p26"/>
            <p:cNvSpPr/>
            <p:nvPr/>
          </p:nvSpPr>
          <p:spPr>
            <a:xfrm>
              <a:off x="0" y="0"/>
              <a:ext cx="683917" cy="683917"/>
            </a:xfrm>
            <a:custGeom>
              <a:avLst/>
              <a:gdLst/>
              <a:ahLst/>
              <a:cxnLst/>
              <a:rect l="l" t="t" r="r" b="b"/>
              <a:pathLst>
                <a:path w="683917" h="683917" extrusionOk="0">
                  <a:moveTo>
                    <a:pt x="0" y="0"/>
                  </a:moveTo>
                  <a:lnTo>
                    <a:pt x="683917" y="0"/>
                  </a:lnTo>
                  <a:lnTo>
                    <a:pt x="683917" y="683917"/>
                  </a:lnTo>
                  <a:lnTo>
                    <a:pt x="0" y="683917"/>
                  </a:lnTo>
                  <a:close/>
                </a:path>
              </a:pathLst>
            </a:custGeom>
            <a:solidFill>
              <a:srgbClr val="5271FF"/>
            </a:solidFill>
            <a:ln>
              <a:noFill/>
            </a:ln>
          </p:spPr>
        </p:sp>
        <p:sp>
          <p:nvSpPr>
            <p:cNvPr id="675" name="Google Shape;675;p26"/>
            <p:cNvSpPr txBox="1"/>
            <p:nvPr/>
          </p:nvSpPr>
          <p:spPr>
            <a:xfrm>
              <a:off x="0" y="-47625"/>
              <a:ext cx="683917" cy="73154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6" name="Google Shape;676;p26"/>
          <p:cNvGrpSpPr/>
          <p:nvPr/>
        </p:nvGrpSpPr>
        <p:grpSpPr>
          <a:xfrm rot="2700000">
            <a:off x="17562469" y="6397680"/>
            <a:ext cx="2596748" cy="2777574"/>
            <a:chOff x="0" y="-47625"/>
            <a:chExt cx="683917" cy="731542"/>
          </a:xfrm>
        </p:grpSpPr>
        <p:sp>
          <p:nvSpPr>
            <p:cNvPr id="677" name="Google Shape;677;p26"/>
            <p:cNvSpPr/>
            <p:nvPr/>
          </p:nvSpPr>
          <p:spPr>
            <a:xfrm>
              <a:off x="0" y="0"/>
              <a:ext cx="683917" cy="683917"/>
            </a:xfrm>
            <a:custGeom>
              <a:avLst/>
              <a:gdLst/>
              <a:ahLst/>
              <a:cxnLst/>
              <a:rect l="l" t="t" r="r" b="b"/>
              <a:pathLst>
                <a:path w="683917" h="683917" extrusionOk="0">
                  <a:moveTo>
                    <a:pt x="0" y="0"/>
                  </a:moveTo>
                  <a:lnTo>
                    <a:pt x="683917" y="0"/>
                  </a:lnTo>
                  <a:lnTo>
                    <a:pt x="683917" y="683917"/>
                  </a:lnTo>
                  <a:lnTo>
                    <a:pt x="0" y="683917"/>
                  </a:lnTo>
                  <a:close/>
                </a:path>
              </a:pathLst>
            </a:custGeom>
            <a:solidFill>
              <a:srgbClr val="5271FF"/>
            </a:solidFill>
            <a:ln>
              <a:noFill/>
            </a:ln>
          </p:spPr>
        </p:sp>
        <p:sp>
          <p:nvSpPr>
            <p:cNvPr id="678" name="Google Shape;678;p26"/>
            <p:cNvSpPr txBox="1"/>
            <p:nvPr/>
          </p:nvSpPr>
          <p:spPr>
            <a:xfrm>
              <a:off x="0" y="-47625"/>
              <a:ext cx="683917" cy="73154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9" name="Google Shape;679;p26"/>
          <p:cNvGrpSpPr/>
          <p:nvPr/>
        </p:nvGrpSpPr>
        <p:grpSpPr>
          <a:xfrm rot="2700000">
            <a:off x="7456298" y="9346714"/>
            <a:ext cx="2741636" cy="2922462"/>
            <a:chOff x="0" y="-47625"/>
            <a:chExt cx="722077" cy="769702"/>
          </a:xfrm>
        </p:grpSpPr>
        <p:sp>
          <p:nvSpPr>
            <p:cNvPr id="680" name="Google Shape;680;p26"/>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681" name="Google Shape;681;p26"/>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9BBF89CC-C9AC-8611-79A9-6B2A31EEEA6D}"/>
              </a:ext>
            </a:extLst>
          </p:cNvPr>
          <p:cNvPicPr>
            <a:picLocks noChangeAspect="1"/>
          </p:cNvPicPr>
          <p:nvPr/>
        </p:nvPicPr>
        <p:blipFill>
          <a:blip r:embed="rId3"/>
          <a:stretch>
            <a:fillRect/>
          </a:stretch>
        </p:blipFill>
        <p:spPr>
          <a:xfrm>
            <a:off x="362214" y="433595"/>
            <a:ext cx="17780496" cy="9252982"/>
          </a:xfrm>
          <a:prstGeom prst="rect">
            <a:avLst/>
          </a:prstGeom>
        </p:spPr>
      </p:pic>
      <p:pic>
        <p:nvPicPr>
          <p:cNvPr id="5" name="Picture 4">
            <a:extLst>
              <a:ext uri="{FF2B5EF4-FFF2-40B4-BE49-F238E27FC236}">
                <a16:creationId xmlns:a16="http://schemas.microsoft.com/office/drawing/2014/main" id="{60123F9D-3E6F-AA7D-F348-179CF835E593}"/>
              </a:ext>
            </a:extLst>
          </p:cNvPr>
          <p:cNvPicPr>
            <a:picLocks noChangeAspect="1"/>
          </p:cNvPicPr>
          <p:nvPr/>
        </p:nvPicPr>
        <p:blipFill>
          <a:blip r:embed="rId4"/>
          <a:stretch>
            <a:fillRect/>
          </a:stretch>
        </p:blipFill>
        <p:spPr>
          <a:xfrm>
            <a:off x="610521" y="812772"/>
            <a:ext cx="5360788" cy="510552"/>
          </a:xfrm>
          <a:prstGeom prst="rect">
            <a:avLst/>
          </a:prstGeom>
        </p:spPr>
      </p:pic>
      <p:sp>
        <p:nvSpPr>
          <p:cNvPr id="8" name="Google Shape;236;p12">
            <a:extLst>
              <a:ext uri="{FF2B5EF4-FFF2-40B4-BE49-F238E27FC236}">
                <a16:creationId xmlns:a16="http://schemas.microsoft.com/office/drawing/2014/main" id="{6C30C22E-EFEF-FBB7-32F9-F791996B79A7}"/>
              </a:ext>
            </a:extLst>
          </p:cNvPr>
          <p:cNvSpPr txBox="1"/>
          <p:nvPr/>
        </p:nvSpPr>
        <p:spPr>
          <a:xfrm>
            <a:off x="693499" y="433594"/>
            <a:ext cx="7010126" cy="132959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7200" b="0" i="0" u="none" strike="noStrike" cap="none" dirty="0">
                <a:solidFill>
                  <a:schemeClr val="accent2"/>
                </a:solidFill>
                <a:latin typeface="Anton"/>
                <a:ea typeface="Anton"/>
                <a:cs typeface="Anton"/>
                <a:sym typeface="Anton"/>
              </a:rPr>
              <a:t>CONCLUSION</a:t>
            </a:r>
            <a:endParaRPr dirty="0">
              <a:solidFill>
                <a:schemeClr val="accent2"/>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6" name="Google Shape;756;p30"/>
          <p:cNvSpPr txBox="1"/>
          <p:nvPr/>
        </p:nvSpPr>
        <p:spPr>
          <a:xfrm>
            <a:off x="3238809" y="1605551"/>
            <a:ext cx="11810379" cy="2800767"/>
          </a:xfrm>
          <a:prstGeom prst="rect">
            <a:avLst/>
          </a:prstGeom>
          <a:noFill/>
          <a:ln>
            <a:noFill/>
          </a:ln>
        </p:spPr>
        <p:txBody>
          <a:bodyPr spcFirstLastPara="1" wrap="square" lIns="0" tIns="0" rIns="0" bIns="0" anchor="t" anchorCtr="0">
            <a:spAutoFit/>
          </a:bodyPr>
          <a:lstStyle/>
          <a:p>
            <a:pPr lvl="0" algn="ctr">
              <a:lnSpc>
                <a:spcPct val="130000"/>
              </a:lnSpc>
            </a:pPr>
            <a:r>
              <a:rPr lang="en-US" sz="2800" dirty="0">
                <a:latin typeface="Montserrat"/>
                <a:ea typeface="Montserrat"/>
                <a:cs typeface="Montserrat"/>
                <a:sym typeface="Montserrat"/>
              </a:rPr>
              <a:t>The Internship Program has provided me with deep insights on development of real-world Artificial Intelligence and Machine Learning projects and inspired me to discover and learn more. It provided me with skills not taught in classrooms and bring up a better version of myself.</a:t>
            </a:r>
            <a:endParaRPr sz="2800" dirty="0"/>
          </a:p>
        </p:txBody>
      </p:sp>
      <p:sp>
        <p:nvSpPr>
          <p:cNvPr id="758" name="Google Shape;758;p30"/>
          <p:cNvSpPr txBox="1"/>
          <p:nvPr/>
        </p:nvSpPr>
        <p:spPr>
          <a:xfrm>
            <a:off x="2834401" y="6026352"/>
            <a:ext cx="12651949" cy="132959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7200" b="0" i="0" u="none" strike="noStrike" cap="none" dirty="0">
                <a:solidFill>
                  <a:srgbClr val="0F1A38"/>
                </a:solidFill>
                <a:latin typeface="Anton"/>
                <a:ea typeface="Anton"/>
                <a:cs typeface="Anton"/>
                <a:sym typeface="Anton"/>
              </a:rPr>
              <a:t>Thank You</a:t>
            </a:r>
            <a:endParaRPr dirty="0"/>
          </a:p>
        </p:txBody>
      </p:sp>
      <p:grpSp>
        <p:nvGrpSpPr>
          <p:cNvPr id="759" name="Google Shape;759;p30"/>
          <p:cNvGrpSpPr/>
          <p:nvPr/>
        </p:nvGrpSpPr>
        <p:grpSpPr>
          <a:xfrm rot="2700000">
            <a:off x="-2813106" y="1287514"/>
            <a:ext cx="4987741" cy="5168567"/>
            <a:chOff x="0" y="-47625"/>
            <a:chExt cx="1313644" cy="1361269"/>
          </a:xfrm>
        </p:grpSpPr>
        <p:sp>
          <p:nvSpPr>
            <p:cNvPr id="760" name="Google Shape;760;p30"/>
            <p:cNvSpPr/>
            <p:nvPr/>
          </p:nvSpPr>
          <p:spPr>
            <a:xfrm>
              <a:off x="0" y="0"/>
              <a:ext cx="1313644" cy="1313644"/>
            </a:xfrm>
            <a:custGeom>
              <a:avLst/>
              <a:gdLst/>
              <a:ahLst/>
              <a:cxnLst/>
              <a:rect l="l" t="t" r="r" b="b"/>
              <a:pathLst>
                <a:path w="1313644" h="1313644" extrusionOk="0">
                  <a:moveTo>
                    <a:pt x="0" y="0"/>
                  </a:moveTo>
                  <a:lnTo>
                    <a:pt x="1313644" y="0"/>
                  </a:lnTo>
                  <a:lnTo>
                    <a:pt x="1313644" y="1313644"/>
                  </a:lnTo>
                  <a:lnTo>
                    <a:pt x="0" y="1313644"/>
                  </a:lnTo>
                  <a:close/>
                </a:path>
              </a:pathLst>
            </a:custGeom>
            <a:solidFill>
              <a:srgbClr val="5271FF"/>
            </a:solidFill>
            <a:ln>
              <a:noFill/>
            </a:ln>
          </p:spPr>
        </p:sp>
        <p:sp>
          <p:nvSpPr>
            <p:cNvPr id="761" name="Google Shape;761;p30"/>
            <p:cNvSpPr txBox="1"/>
            <p:nvPr/>
          </p:nvSpPr>
          <p:spPr>
            <a:xfrm>
              <a:off x="0" y="-47625"/>
              <a:ext cx="1313644" cy="136126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2" name="Google Shape;762;p30"/>
          <p:cNvGrpSpPr/>
          <p:nvPr/>
        </p:nvGrpSpPr>
        <p:grpSpPr>
          <a:xfrm rot="2700000">
            <a:off x="17951392" y="3442069"/>
            <a:ext cx="4987741" cy="5168567"/>
            <a:chOff x="0" y="-47625"/>
            <a:chExt cx="1313644" cy="1361269"/>
          </a:xfrm>
        </p:grpSpPr>
        <p:sp>
          <p:nvSpPr>
            <p:cNvPr id="763" name="Google Shape;763;p30"/>
            <p:cNvSpPr/>
            <p:nvPr/>
          </p:nvSpPr>
          <p:spPr>
            <a:xfrm>
              <a:off x="0" y="0"/>
              <a:ext cx="1313644" cy="1313644"/>
            </a:xfrm>
            <a:custGeom>
              <a:avLst/>
              <a:gdLst/>
              <a:ahLst/>
              <a:cxnLst/>
              <a:rect l="l" t="t" r="r" b="b"/>
              <a:pathLst>
                <a:path w="1313644" h="1313644" extrusionOk="0">
                  <a:moveTo>
                    <a:pt x="0" y="0"/>
                  </a:moveTo>
                  <a:lnTo>
                    <a:pt x="1313644" y="0"/>
                  </a:lnTo>
                  <a:lnTo>
                    <a:pt x="1313644" y="1313644"/>
                  </a:lnTo>
                  <a:lnTo>
                    <a:pt x="0" y="1313644"/>
                  </a:lnTo>
                  <a:close/>
                </a:path>
              </a:pathLst>
            </a:custGeom>
            <a:solidFill>
              <a:srgbClr val="5271FF"/>
            </a:solidFill>
            <a:ln>
              <a:noFill/>
            </a:ln>
          </p:spPr>
        </p:sp>
        <p:sp>
          <p:nvSpPr>
            <p:cNvPr id="764" name="Google Shape;764;p30"/>
            <p:cNvSpPr txBox="1"/>
            <p:nvPr/>
          </p:nvSpPr>
          <p:spPr>
            <a:xfrm>
              <a:off x="0" y="-47625"/>
              <a:ext cx="1313644" cy="136126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5" name="Google Shape;765;p30"/>
          <p:cNvGrpSpPr/>
          <p:nvPr/>
        </p:nvGrpSpPr>
        <p:grpSpPr>
          <a:xfrm rot="2700000">
            <a:off x="16981114" y="2246204"/>
            <a:ext cx="2741636" cy="2922462"/>
            <a:chOff x="0" y="-47625"/>
            <a:chExt cx="722077" cy="769702"/>
          </a:xfrm>
        </p:grpSpPr>
        <p:sp>
          <p:nvSpPr>
            <p:cNvPr id="766" name="Google Shape;766;p30"/>
            <p:cNvSpPr/>
            <p:nvPr/>
          </p:nvSpPr>
          <p:spPr>
            <a:xfrm>
              <a:off x="0" y="0"/>
              <a:ext cx="722077" cy="722077"/>
            </a:xfrm>
            <a:custGeom>
              <a:avLst/>
              <a:gdLst/>
              <a:ahLst/>
              <a:cxnLst/>
              <a:rect l="l" t="t" r="r" b="b"/>
              <a:pathLst>
                <a:path w="722077" h="722077" extrusionOk="0">
                  <a:moveTo>
                    <a:pt x="0" y="0"/>
                  </a:moveTo>
                  <a:lnTo>
                    <a:pt x="722077" y="0"/>
                  </a:lnTo>
                  <a:lnTo>
                    <a:pt x="722077" y="722077"/>
                  </a:lnTo>
                  <a:lnTo>
                    <a:pt x="0" y="722077"/>
                  </a:lnTo>
                  <a:close/>
                </a:path>
              </a:pathLst>
            </a:custGeom>
            <a:solidFill>
              <a:srgbClr val="545454"/>
            </a:solidFill>
            <a:ln>
              <a:noFill/>
            </a:ln>
          </p:spPr>
        </p:sp>
        <p:sp>
          <p:nvSpPr>
            <p:cNvPr id="767" name="Google Shape;767;p30"/>
            <p:cNvSpPr txBox="1"/>
            <p:nvPr/>
          </p:nvSpPr>
          <p:spPr>
            <a:xfrm>
              <a:off x="0" y="-47625"/>
              <a:ext cx="722077" cy="7697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Stock Management System Project Proposal">
  <a:themeElements>
    <a:clrScheme name="Office">
      <a:dk1>
        <a:srgbClr val="000000"/>
      </a:dk1>
      <a:lt1>
        <a:srgbClr val="FFFFFF"/>
      </a:lt1>
      <a:dk2>
        <a:srgbClr val="545454"/>
      </a:dk2>
      <a:lt2>
        <a:srgbClr val="888888"/>
      </a:lt2>
      <a:accent1>
        <a:srgbClr val="0F1A38"/>
      </a:accent1>
      <a:accent2>
        <a:srgbClr val="5271FF"/>
      </a:accent2>
      <a:accent3>
        <a:srgbClr val="545454"/>
      </a:accent3>
      <a:accent4>
        <a:srgbClr val="888888"/>
      </a:accent4>
      <a:accent5>
        <a:srgbClr val="0F1A38"/>
      </a:accent5>
      <a:accent6>
        <a:srgbClr val="5271FF"/>
      </a:accent6>
      <a:hlink>
        <a:srgbClr val="545454"/>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TotalTime>
  <Words>467</Words>
  <Application>Microsoft Office PowerPoint</Application>
  <PresentationFormat>Custom</PresentationFormat>
  <Paragraphs>49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Anton</vt:lpstr>
      <vt:lpstr>Arial</vt:lpstr>
      <vt:lpstr>Calibri</vt:lpstr>
      <vt:lpstr>Montserrat</vt:lpstr>
      <vt:lpstr>Stock Management System Project Proposal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Ankit Ranjan</dc:creator>
  <cp:lastModifiedBy>Amritansh Krishn Asthana</cp:lastModifiedBy>
  <cp:revision>12</cp:revision>
  <dcterms:modified xsi:type="dcterms:W3CDTF">2026-07-27T08:21:37Z</dcterms:modified>
</cp:coreProperties>
</file>